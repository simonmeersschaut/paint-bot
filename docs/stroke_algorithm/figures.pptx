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3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60" r:id="rId3"/>
    <p:sldId id="259" r:id="rId4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80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13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70.png"/><Relationship Id="rId4" Type="http://schemas.openxmlformats.org/officeDocument/2006/relationships/image" Target="../media/image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85A773-D9BF-4D40-9E6A-4BF4EFDB69D2}" type="doc">
      <dgm:prSet loTypeId="urn:microsoft.com/office/officeart/2024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BE"/>
        </a:p>
      </dgm:t>
    </dgm:pt>
    <dgm:pt modelId="{BB0C5181-F609-4193-A0B4-CB96045EFC4B}">
      <dgm:prSet phldrT="[Tekst]" phldr="0"/>
      <dgm:spPr/>
      <dgm:t>
        <a:bodyPr/>
        <a:lstStyle/>
        <a:p>
          <a:r>
            <a:rPr lang="en-US" dirty="0"/>
            <a:t>Depth </a:t>
          </a:r>
          <a:r>
            <a:rPr lang="en-US" dirty="0" err="1"/>
            <a:t>Esimation</a:t>
          </a:r>
          <a:endParaRPr lang="nl-BE" dirty="0"/>
        </a:p>
      </dgm:t>
    </dgm:pt>
    <dgm:pt modelId="{A48913C2-398B-4CEE-993A-F1C4702A3FD3}" type="parTrans" cxnId="{E1A7673E-A6B3-4F4A-9771-2464AC19346D}">
      <dgm:prSet/>
      <dgm:spPr/>
      <dgm:t>
        <a:bodyPr/>
        <a:lstStyle/>
        <a:p>
          <a:endParaRPr lang="nl-BE"/>
        </a:p>
      </dgm:t>
    </dgm:pt>
    <dgm:pt modelId="{659F72C8-8693-45BB-880A-F1EFBFAE9226}" type="sibTrans" cxnId="{E1A7673E-A6B3-4F4A-9771-2464AC19346D}">
      <dgm:prSet/>
      <dgm:spPr/>
      <dgm:t>
        <a:bodyPr/>
        <a:lstStyle/>
        <a:p>
          <a:endParaRPr lang="nl-BE"/>
        </a:p>
      </dgm:t>
    </dgm:pt>
    <dgm:pt modelId="{747FA799-B553-421F-99A0-A2249FE2DC4F}">
      <dgm:prSet phldrT="[Tekst]" phldr="1"/>
      <dgm:spPr>
        <a:blipFill rotWithShape="0">
          <a:blip xmlns:r="http://schemas.openxmlformats.org/officeDocument/2006/relationships" r:embed="rId1"/>
          <a:srcRect/>
          <a:stretch>
            <a:fillRect l="-9000" r="-9000"/>
          </a:stretch>
        </a:blipFill>
      </dgm:spPr>
      <dgm:t>
        <a:bodyPr/>
        <a:lstStyle/>
        <a:p>
          <a:endParaRPr lang="nl-BE"/>
        </a:p>
      </dgm:t>
    </dgm:pt>
    <dgm:pt modelId="{B1FBC3AD-5F64-4023-8E7A-201E305F6B4B}" type="parTrans" cxnId="{B76B7002-F6DD-4CC9-A547-900F8FDAA7A1}">
      <dgm:prSet/>
      <dgm:spPr/>
      <dgm:t>
        <a:bodyPr/>
        <a:lstStyle/>
        <a:p>
          <a:endParaRPr lang="nl-BE"/>
        </a:p>
      </dgm:t>
    </dgm:pt>
    <dgm:pt modelId="{D4C65799-6AAD-4CCC-90E6-01A38C01979C}" type="sibTrans" cxnId="{B76B7002-F6DD-4CC9-A547-900F8FDAA7A1}">
      <dgm:prSet/>
      <dgm:spPr/>
      <dgm:t>
        <a:bodyPr/>
        <a:lstStyle/>
        <a:p>
          <a:endParaRPr lang="nl-BE"/>
        </a:p>
      </dgm:t>
    </dgm:pt>
    <dgm:pt modelId="{ECD431EC-2BE6-4FBD-88D6-1E4F5CB1817C}">
      <dgm:prSet phldrT="[Tekst]" phldr="0"/>
      <dgm:spPr/>
      <dgm:t>
        <a:bodyPr/>
        <a:lstStyle/>
        <a:p>
          <a:r>
            <a:rPr lang="en-US" dirty="0"/>
            <a:t>Segmentation</a:t>
          </a:r>
          <a:endParaRPr lang="nl-BE" dirty="0"/>
        </a:p>
      </dgm:t>
    </dgm:pt>
    <dgm:pt modelId="{B99D696C-0E81-4581-98D6-4E65D53D87CC}" type="parTrans" cxnId="{1388B7D0-388B-4379-AD49-94B0DD9252F5}">
      <dgm:prSet/>
      <dgm:spPr/>
      <dgm:t>
        <a:bodyPr/>
        <a:lstStyle/>
        <a:p>
          <a:endParaRPr lang="nl-BE"/>
        </a:p>
      </dgm:t>
    </dgm:pt>
    <dgm:pt modelId="{F360CE4C-A519-45E2-BD27-64B966F8727A}" type="sibTrans" cxnId="{1388B7D0-388B-4379-AD49-94B0DD9252F5}">
      <dgm:prSet/>
      <dgm:spPr/>
      <dgm:t>
        <a:bodyPr/>
        <a:lstStyle/>
        <a:p>
          <a:endParaRPr lang="nl-BE"/>
        </a:p>
      </dgm:t>
    </dgm:pt>
    <dgm:pt modelId="{F06B1CA9-99B3-4DA2-80F7-6DA744EB266E}">
      <dgm:prSet phldrT="[Tekst]" phldr="1"/>
      <dgm:spPr>
        <a:blipFill rotWithShape="0">
          <a:blip xmlns:r="http://schemas.openxmlformats.org/officeDocument/2006/relationships" r:embed="rId2"/>
          <a:srcRect/>
          <a:stretch>
            <a:fillRect/>
          </a:stretch>
        </a:blipFill>
      </dgm:spPr>
      <dgm:t>
        <a:bodyPr/>
        <a:lstStyle/>
        <a:p>
          <a:endParaRPr lang="nl-BE" dirty="0"/>
        </a:p>
      </dgm:t>
    </dgm:pt>
    <dgm:pt modelId="{7270EA7F-A997-4BE2-AD96-FC033F529A76}" type="parTrans" cxnId="{07283376-B065-4657-BDEB-64E44F492D2F}">
      <dgm:prSet/>
      <dgm:spPr/>
      <dgm:t>
        <a:bodyPr/>
        <a:lstStyle/>
        <a:p>
          <a:endParaRPr lang="nl-BE"/>
        </a:p>
      </dgm:t>
    </dgm:pt>
    <dgm:pt modelId="{60192188-C519-41A4-A863-DB847D962415}" type="sibTrans" cxnId="{07283376-B065-4657-BDEB-64E44F492D2F}">
      <dgm:prSet/>
      <dgm:spPr/>
      <dgm:t>
        <a:bodyPr/>
        <a:lstStyle/>
        <a:p>
          <a:endParaRPr lang="nl-BE"/>
        </a:p>
      </dgm:t>
    </dgm:pt>
    <dgm:pt modelId="{5175613F-6E27-4B35-9CE7-43C8CE437575}">
      <dgm:prSet phldrT="[Tekst]" phldr="0"/>
      <dgm:spPr/>
      <dgm:t>
        <a:bodyPr/>
        <a:lstStyle/>
        <a:p>
          <a:r>
            <a:rPr lang="en-US" dirty="0"/>
            <a:t>Input Image</a:t>
          </a:r>
          <a:endParaRPr lang="nl-BE" dirty="0"/>
        </a:p>
      </dgm:t>
    </dgm:pt>
    <dgm:pt modelId="{73222318-DE57-4683-A33C-597AA0451C9D}" type="parTrans" cxnId="{F6E194C5-AE64-4DF3-8828-880AF2A3E81E}">
      <dgm:prSet/>
      <dgm:spPr/>
      <dgm:t>
        <a:bodyPr/>
        <a:lstStyle/>
        <a:p>
          <a:endParaRPr lang="nl-BE"/>
        </a:p>
      </dgm:t>
    </dgm:pt>
    <dgm:pt modelId="{B67DD0B7-B75A-401E-9EB9-763039FA93C6}" type="sibTrans" cxnId="{F6E194C5-AE64-4DF3-8828-880AF2A3E81E}">
      <dgm:prSet/>
      <dgm:spPr/>
      <dgm:t>
        <a:bodyPr/>
        <a:lstStyle/>
        <a:p>
          <a:endParaRPr lang="nl-BE"/>
        </a:p>
      </dgm:t>
    </dgm:pt>
    <dgm:pt modelId="{5CF902B4-BEAD-40BD-94A2-28B436A03C85}" type="pres">
      <dgm:prSet presAssocID="{9E85A773-D9BF-4D40-9E6A-4BF4EFDB69D2}" presName="Name0" presStyleCnt="0">
        <dgm:presLayoutVars>
          <dgm:dir/>
          <dgm:animLvl val="lvl"/>
          <dgm:resizeHandles val="exact"/>
        </dgm:presLayoutVars>
      </dgm:prSet>
      <dgm:spPr/>
    </dgm:pt>
    <dgm:pt modelId="{BDCD547A-D046-4ACB-9D02-6F812DE52928}" type="pres">
      <dgm:prSet presAssocID="{5175613F-6E27-4B35-9CE7-43C8CE437575}" presName="composite" presStyleCnt="0"/>
      <dgm:spPr/>
    </dgm:pt>
    <dgm:pt modelId="{18A4206D-1D1C-4942-90B5-9298047B7813}" type="pres">
      <dgm:prSet presAssocID="{5175613F-6E27-4B35-9CE7-43C8CE437575}" presName="parTx" presStyleLbl="alignNode1" presStyleIdx="0" presStyleCnt="3">
        <dgm:presLayoutVars>
          <dgm:chMax val="0"/>
          <dgm:chPref val="0"/>
        </dgm:presLayoutVars>
      </dgm:prSet>
      <dgm:spPr/>
    </dgm:pt>
    <dgm:pt modelId="{D61F6978-7931-48EE-91ED-C88DEA760C15}" type="pres">
      <dgm:prSet presAssocID="{5175613F-6E27-4B35-9CE7-43C8CE437575}" presName="bgOutline" presStyleLbl="fgAcc1" presStyleIdx="0" presStyleCnt="3">
        <dgm:presLayoutVars>
          <dgm:bulletEnabled/>
        </dgm:presLayoutVars>
      </dgm:prSet>
      <dgm:spPr>
        <a:blipFill rotWithShape="0">
          <a:blip xmlns:r="http://schemas.openxmlformats.org/officeDocument/2006/relationships" r:embed="rId3"/>
          <a:srcRect/>
          <a:stretch>
            <a:fillRect l="-15000" r="-15000"/>
          </a:stretch>
        </a:blipFill>
      </dgm:spPr>
    </dgm:pt>
    <dgm:pt modelId="{3C06A50C-1587-436A-8F91-29B640711298}" type="pres">
      <dgm:prSet presAssocID="{B67DD0B7-B75A-401E-9EB9-763039FA93C6}" presName="space" presStyleCnt="0"/>
      <dgm:spPr/>
    </dgm:pt>
    <dgm:pt modelId="{612940FE-7CA4-461E-BBBE-93829F8E9814}" type="pres">
      <dgm:prSet presAssocID="{BB0C5181-F609-4193-A0B4-CB96045EFC4B}" presName="composite" presStyleCnt="0"/>
      <dgm:spPr/>
    </dgm:pt>
    <dgm:pt modelId="{98832B47-8879-47C5-BE09-12E11B47A3F0}" type="pres">
      <dgm:prSet presAssocID="{BB0C5181-F609-4193-A0B4-CB96045EFC4B}" presName="parTx" presStyleLbl="alignNode1" presStyleIdx="1" presStyleCnt="3">
        <dgm:presLayoutVars>
          <dgm:chMax val="0"/>
          <dgm:chPref val="0"/>
        </dgm:presLayoutVars>
      </dgm:prSet>
      <dgm:spPr/>
    </dgm:pt>
    <dgm:pt modelId="{EF38416B-AF94-4F99-A99D-18CDB11FC8B5}" type="pres">
      <dgm:prSet presAssocID="{BB0C5181-F609-4193-A0B4-CB96045EFC4B}" presName="bgOutline" presStyleLbl="fgAcc1" presStyleIdx="1" presStyleCnt="3">
        <dgm:presLayoutVars>
          <dgm:bulletEnabled/>
        </dgm:presLayoutVars>
      </dgm:prSet>
      <dgm:spPr/>
    </dgm:pt>
    <dgm:pt modelId="{9B6F86E3-8931-4041-84A3-614C0B529131}" type="pres">
      <dgm:prSet presAssocID="{659F72C8-8693-45BB-880A-F1EFBFAE9226}" presName="space" presStyleCnt="0"/>
      <dgm:spPr/>
    </dgm:pt>
    <dgm:pt modelId="{DF94B2F2-C457-4BCA-A009-6FBF4962648D}" type="pres">
      <dgm:prSet presAssocID="{ECD431EC-2BE6-4FBD-88D6-1E4F5CB1817C}" presName="composite" presStyleCnt="0"/>
      <dgm:spPr/>
    </dgm:pt>
    <dgm:pt modelId="{5C409804-3A4A-464F-BDFC-F0EE47C28DBD}" type="pres">
      <dgm:prSet presAssocID="{ECD431EC-2BE6-4FBD-88D6-1E4F5CB1817C}" presName="parTx" presStyleLbl="alignNode1" presStyleIdx="2" presStyleCnt="3">
        <dgm:presLayoutVars>
          <dgm:chMax val="0"/>
          <dgm:chPref val="0"/>
        </dgm:presLayoutVars>
      </dgm:prSet>
      <dgm:spPr/>
    </dgm:pt>
    <dgm:pt modelId="{A28B61DC-10A8-4072-BE07-C31296C1E8C8}" type="pres">
      <dgm:prSet presAssocID="{ECD431EC-2BE6-4FBD-88D6-1E4F5CB1817C}" presName="bgOutline" presStyleLbl="fgAcc1" presStyleIdx="2" presStyleCnt="3">
        <dgm:presLayoutVars>
          <dgm:bulletEnabled/>
        </dgm:presLayoutVars>
      </dgm:prSet>
      <dgm:spPr/>
    </dgm:pt>
  </dgm:ptLst>
  <dgm:cxnLst>
    <dgm:cxn modelId="{B76B7002-F6DD-4CC9-A547-900F8FDAA7A1}" srcId="{BB0C5181-F609-4193-A0B4-CB96045EFC4B}" destId="{747FA799-B553-421F-99A0-A2249FE2DC4F}" srcOrd="0" destOrd="0" parTransId="{B1FBC3AD-5F64-4023-8E7A-201E305F6B4B}" sibTransId="{D4C65799-6AAD-4CCC-90E6-01A38C01979C}"/>
    <dgm:cxn modelId="{E1A7673E-A6B3-4F4A-9771-2464AC19346D}" srcId="{9E85A773-D9BF-4D40-9E6A-4BF4EFDB69D2}" destId="{BB0C5181-F609-4193-A0B4-CB96045EFC4B}" srcOrd="1" destOrd="0" parTransId="{A48913C2-398B-4CEE-993A-F1C4702A3FD3}" sibTransId="{659F72C8-8693-45BB-880A-F1EFBFAE9226}"/>
    <dgm:cxn modelId="{D87A025B-51F8-4138-87E2-8901F383C0DD}" type="presOf" srcId="{F06B1CA9-99B3-4DA2-80F7-6DA744EB266E}" destId="{A28B61DC-10A8-4072-BE07-C31296C1E8C8}" srcOrd="0" destOrd="0" presId="urn:microsoft.com/office/officeart/2024/layout/HorizontalActionList"/>
    <dgm:cxn modelId="{BB62D965-38D7-41A7-8DE1-2AB245241D8C}" type="presOf" srcId="{747FA799-B553-421F-99A0-A2249FE2DC4F}" destId="{EF38416B-AF94-4F99-A99D-18CDB11FC8B5}" srcOrd="0" destOrd="0" presId="urn:microsoft.com/office/officeart/2024/layout/HorizontalActionList"/>
    <dgm:cxn modelId="{07283376-B065-4657-BDEB-64E44F492D2F}" srcId="{ECD431EC-2BE6-4FBD-88D6-1E4F5CB1817C}" destId="{F06B1CA9-99B3-4DA2-80F7-6DA744EB266E}" srcOrd="0" destOrd="0" parTransId="{7270EA7F-A997-4BE2-AD96-FC033F529A76}" sibTransId="{60192188-C519-41A4-A863-DB847D962415}"/>
    <dgm:cxn modelId="{8AFAD287-2F4B-4DF4-8295-A5E8ED1A8E41}" type="presOf" srcId="{BB0C5181-F609-4193-A0B4-CB96045EFC4B}" destId="{98832B47-8879-47C5-BE09-12E11B47A3F0}" srcOrd="0" destOrd="0" presId="urn:microsoft.com/office/officeart/2024/layout/HorizontalActionList"/>
    <dgm:cxn modelId="{655E929E-8424-4E66-BECE-05252A195D04}" type="presOf" srcId="{ECD431EC-2BE6-4FBD-88D6-1E4F5CB1817C}" destId="{5C409804-3A4A-464F-BDFC-F0EE47C28DBD}" srcOrd="0" destOrd="0" presId="urn:microsoft.com/office/officeart/2024/layout/HorizontalActionList"/>
    <dgm:cxn modelId="{74F3EBB4-BE09-4FAD-AA09-EADA69846853}" type="presOf" srcId="{9E85A773-D9BF-4D40-9E6A-4BF4EFDB69D2}" destId="{5CF902B4-BEAD-40BD-94A2-28B436A03C85}" srcOrd="0" destOrd="0" presId="urn:microsoft.com/office/officeart/2024/layout/HorizontalActionList"/>
    <dgm:cxn modelId="{F6E194C5-AE64-4DF3-8828-880AF2A3E81E}" srcId="{9E85A773-D9BF-4D40-9E6A-4BF4EFDB69D2}" destId="{5175613F-6E27-4B35-9CE7-43C8CE437575}" srcOrd="0" destOrd="0" parTransId="{73222318-DE57-4683-A33C-597AA0451C9D}" sibTransId="{B67DD0B7-B75A-401E-9EB9-763039FA93C6}"/>
    <dgm:cxn modelId="{1388B7D0-388B-4379-AD49-94B0DD9252F5}" srcId="{9E85A773-D9BF-4D40-9E6A-4BF4EFDB69D2}" destId="{ECD431EC-2BE6-4FBD-88D6-1E4F5CB1817C}" srcOrd="2" destOrd="0" parTransId="{B99D696C-0E81-4581-98D6-4E65D53D87CC}" sibTransId="{F360CE4C-A519-45E2-BD27-64B966F8727A}"/>
    <dgm:cxn modelId="{503E76FF-189C-4DA0-9AAF-F31743E5012A}" type="presOf" srcId="{5175613F-6E27-4B35-9CE7-43C8CE437575}" destId="{18A4206D-1D1C-4942-90B5-9298047B7813}" srcOrd="0" destOrd="0" presId="urn:microsoft.com/office/officeart/2024/layout/HorizontalActionList"/>
    <dgm:cxn modelId="{C878B33D-0DB6-48D6-9F61-AB42CC4DE330}" type="presParOf" srcId="{5CF902B4-BEAD-40BD-94A2-28B436A03C85}" destId="{BDCD547A-D046-4ACB-9D02-6F812DE52928}" srcOrd="0" destOrd="0" presId="urn:microsoft.com/office/officeart/2024/layout/HorizontalActionList"/>
    <dgm:cxn modelId="{F06C2888-1C0B-4FF9-9327-AFC8D05C66A0}" type="presParOf" srcId="{BDCD547A-D046-4ACB-9D02-6F812DE52928}" destId="{18A4206D-1D1C-4942-90B5-9298047B7813}" srcOrd="0" destOrd="0" presId="urn:microsoft.com/office/officeart/2024/layout/HorizontalActionList"/>
    <dgm:cxn modelId="{0038C116-3F1E-4B09-9EAC-355F944DE18B}" type="presParOf" srcId="{BDCD547A-D046-4ACB-9D02-6F812DE52928}" destId="{D61F6978-7931-48EE-91ED-C88DEA760C15}" srcOrd="1" destOrd="0" presId="urn:microsoft.com/office/officeart/2024/layout/HorizontalActionList"/>
    <dgm:cxn modelId="{66BA9DC0-7EEA-47A7-95B4-0F5BAEE14C64}" type="presParOf" srcId="{5CF902B4-BEAD-40BD-94A2-28B436A03C85}" destId="{3C06A50C-1587-436A-8F91-29B640711298}" srcOrd="1" destOrd="0" presId="urn:microsoft.com/office/officeart/2024/layout/HorizontalActionList"/>
    <dgm:cxn modelId="{286A63F1-FF35-418D-93BA-A45E1A12DD2A}" type="presParOf" srcId="{5CF902B4-BEAD-40BD-94A2-28B436A03C85}" destId="{612940FE-7CA4-461E-BBBE-93829F8E9814}" srcOrd="2" destOrd="0" presId="urn:microsoft.com/office/officeart/2024/layout/HorizontalActionList"/>
    <dgm:cxn modelId="{7C57CFDF-9700-4270-9734-AF012A495208}" type="presParOf" srcId="{612940FE-7CA4-461E-BBBE-93829F8E9814}" destId="{98832B47-8879-47C5-BE09-12E11B47A3F0}" srcOrd="0" destOrd="0" presId="urn:microsoft.com/office/officeart/2024/layout/HorizontalActionList"/>
    <dgm:cxn modelId="{53189C16-2AE9-4F06-8C08-36070BF88482}" type="presParOf" srcId="{612940FE-7CA4-461E-BBBE-93829F8E9814}" destId="{EF38416B-AF94-4F99-A99D-18CDB11FC8B5}" srcOrd="1" destOrd="0" presId="urn:microsoft.com/office/officeart/2024/layout/HorizontalActionList"/>
    <dgm:cxn modelId="{8550385C-5BE5-4E4F-8730-23EA25A4B1CE}" type="presParOf" srcId="{5CF902B4-BEAD-40BD-94A2-28B436A03C85}" destId="{9B6F86E3-8931-4041-84A3-614C0B529131}" srcOrd="3" destOrd="0" presId="urn:microsoft.com/office/officeart/2024/layout/HorizontalActionList"/>
    <dgm:cxn modelId="{8B8EA773-DCB4-4A74-9A48-ED38CF12D5E7}" type="presParOf" srcId="{5CF902B4-BEAD-40BD-94A2-28B436A03C85}" destId="{DF94B2F2-C457-4BCA-A009-6FBF4962648D}" srcOrd="4" destOrd="0" presId="urn:microsoft.com/office/officeart/2024/layout/HorizontalActionList"/>
    <dgm:cxn modelId="{A514AF91-6C1E-4FC5-80A5-D251CAC8D6B3}" type="presParOf" srcId="{DF94B2F2-C457-4BCA-A009-6FBF4962648D}" destId="{5C409804-3A4A-464F-BDFC-F0EE47C28DBD}" srcOrd="0" destOrd="0" presId="urn:microsoft.com/office/officeart/2024/layout/HorizontalActionList"/>
    <dgm:cxn modelId="{44F6F6B9-980E-4652-9809-932E716E59A6}" type="presParOf" srcId="{DF94B2F2-C457-4BCA-A009-6FBF4962648D}" destId="{A28B61DC-10A8-4072-BE07-C31296C1E8C8}" srcOrd="1" destOrd="0" presId="urn:microsoft.com/office/officeart/2024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E85A773-D9BF-4D40-9E6A-4BF4EFDB69D2}" type="doc">
      <dgm:prSet loTypeId="urn:microsoft.com/office/officeart/2024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BE"/>
        </a:p>
      </dgm:t>
    </dgm:pt>
    <mc:AlternateContent xmlns:mc="http://schemas.openxmlformats.org/markup-compatibility/2006" xmlns:a14="http://schemas.microsoft.com/office/drawing/2010/main">
      <mc:Choice Requires="a14">
        <dgm:pt modelId="{BB0C5181-F609-4193-A0B4-CB96045EFC4B}">
          <dgm:prSet phldrT="[Tekst]" phldr="0"/>
          <dgm:spPr/>
          <dgm:t>
            <a:bodyPr/>
            <a:lstStyle/>
            <a:p>
              <a:r>
                <a:rPr lang="en-US" dirty="0"/>
                <a:t>Expand </a:t>
              </a:r>
              <a14:m>
                <m:oMath xmlns:m="http://schemas.openxmlformats.org/officeDocument/2006/math">
                  <m:r>
                    <a:rPr lang="en-US" b="0" i="1" smtClean="0">
                      <a:latin typeface="Cambria Math" panose="02040503050406030204" pitchFamily="18" charset="0"/>
                    </a:rPr>
                    <m:t>⊥</m:t>
                  </m:r>
                  <m:r>
                    <m:rPr>
                      <m:sty m:val="p"/>
                    </m:rPr>
                    <a:rPr lang="en-US" b="0" i="0" smtClean="0">
                      <a:latin typeface="Cambria Math" panose="02040503050406030204" pitchFamily="18" charset="0"/>
                    </a:rPr>
                    <m:t>∇</m:t>
                  </m:r>
                  <m:r>
                    <a:rPr lang="en-US" b="0" i="0" smtClean="0">
                      <a:latin typeface="Cambria Math" panose="02040503050406030204" pitchFamily="18" charset="0"/>
                    </a:rPr>
                    <m:t> </m:t>
                  </m:r>
                  <m:r>
                    <m:rPr>
                      <m:sty m:val="p"/>
                    </m:rPr>
                    <a:rPr lang="en-US" b="0" i="0" smtClean="0">
                      <a:latin typeface="Cambria Math" panose="02040503050406030204" pitchFamily="18" charset="0"/>
                    </a:rPr>
                    <m:t>f</m:t>
                  </m:r>
                </m:oMath>
              </a14:m>
              <a:endParaRPr lang="nl-BE" dirty="0"/>
            </a:p>
          </dgm:t>
        </dgm:pt>
      </mc:Choice>
      <mc:Fallback xmlns="">
        <dgm:pt modelId="{BB0C5181-F609-4193-A0B4-CB96045EFC4B}">
          <dgm:prSet phldrT="[Tekst]" phldr="0"/>
          <dgm:spPr/>
          <dgm:t>
            <a:bodyPr/>
            <a:lstStyle/>
            <a:p>
              <a:r>
                <a:rPr lang="en-US" dirty="0"/>
                <a:t>Expand </a:t>
              </a:r>
              <a:r>
                <a:rPr lang="en-US" b="0" i="0">
                  <a:latin typeface="Cambria Math" panose="02040503050406030204" pitchFamily="18" charset="0"/>
                </a:rPr>
                <a:t>⊥∇ f</a:t>
              </a:r>
              <a:endParaRPr lang="nl-BE" dirty="0"/>
            </a:p>
          </dgm:t>
        </dgm:pt>
      </mc:Fallback>
    </mc:AlternateContent>
    <dgm:pt modelId="{A48913C2-398B-4CEE-993A-F1C4702A3FD3}" type="parTrans" cxnId="{E1A7673E-A6B3-4F4A-9771-2464AC19346D}">
      <dgm:prSet/>
      <dgm:spPr/>
      <dgm:t>
        <a:bodyPr/>
        <a:lstStyle/>
        <a:p>
          <a:endParaRPr lang="nl-BE"/>
        </a:p>
      </dgm:t>
    </dgm:pt>
    <dgm:pt modelId="{659F72C8-8693-45BB-880A-F1EFBFAE9226}" type="sibTrans" cxnId="{E1A7673E-A6B3-4F4A-9771-2464AC19346D}">
      <dgm:prSet/>
      <dgm:spPr/>
      <dgm:t>
        <a:bodyPr/>
        <a:lstStyle/>
        <a:p>
          <a:endParaRPr lang="nl-BE"/>
        </a:p>
      </dgm:t>
    </dgm:pt>
    <dgm:pt modelId="{ECD431EC-2BE6-4FBD-88D6-1E4F5CB1817C}">
      <dgm:prSet phldrT="[Tekst]" phldr="0"/>
      <dgm:spPr/>
      <dgm:t>
        <a:bodyPr/>
        <a:lstStyle/>
        <a:p>
          <a:r>
            <a:rPr lang="en-US" dirty="0"/>
            <a:t>Accepted?</a:t>
          </a:r>
          <a:endParaRPr lang="nl-BE" dirty="0"/>
        </a:p>
      </dgm:t>
    </dgm:pt>
    <dgm:pt modelId="{B99D696C-0E81-4581-98D6-4E65D53D87CC}" type="parTrans" cxnId="{1388B7D0-388B-4379-AD49-94B0DD9252F5}">
      <dgm:prSet/>
      <dgm:spPr/>
      <dgm:t>
        <a:bodyPr/>
        <a:lstStyle/>
        <a:p>
          <a:endParaRPr lang="nl-BE"/>
        </a:p>
      </dgm:t>
    </dgm:pt>
    <dgm:pt modelId="{F360CE4C-A519-45E2-BD27-64B966F8727A}" type="sibTrans" cxnId="{1388B7D0-388B-4379-AD49-94B0DD9252F5}">
      <dgm:prSet/>
      <dgm:spPr/>
      <dgm:t>
        <a:bodyPr/>
        <a:lstStyle/>
        <a:p>
          <a:endParaRPr lang="nl-BE"/>
        </a:p>
      </dgm:t>
    </dgm:pt>
    <dgm:pt modelId="{F06B1CA9-99B3-4DA2-80F7-6DA744EB266E}">
      <dgm:prSet phldrT="[Tekst]" phldr="1"/>
      <dgm:spPr>
        <a:blipFill rotWithShape="0">
          <a:blip xmlns:r="http://schemas.openxmlformats.org/officeDocument/2006/relationships" r:embed="rId1"/>
          <a:srcRect/>
          <a:stretch>
            <a:fillRect l="-51000" r="-51000"/>
          </a:stretch>
        </a:blipFill>
      </dgm:spPr>
      <dgm:t>
        <a:bodyPr/>
        <a:lstStyle/>
        <a:p>
          <a:endParaRPr lang="nl-BE" dirty="0"/>
        </a:p>
      </dgm:t>
    </dgm:pt>
    <dgm:pt modelId="{7270EA7F-A997-4BE2-AD96-FC033F529A76}" type="parTrans" cxnId="{07283376-B065-4657-BDEB-64E44F492D2F}">
      <dgm:prSet/>
      <dgm:spPr/>
      <dgm:t>
        <a:bodyPr/>
        <a:lstStyle/>
        <a:p>
          <a:endParaRPr lang="nl-BE"/>
        </a:p>
      </dgm:t>
    </dgm:pt>
    <dgm:pt modelId="{60192188-C519-41A4-A863-DB847D962415}" type="sibTrans" cxnId="{07283376-B065-4657-BDEB-64E44F492D2F}">
      <dgm:prSet/>
      <dgm:spPr/>
      <dgm:t>
        <a:bodyPr/>
        <a:lstStyle/>
        <a:p>
          <a:endParaRPr lang="nl-BE"/>
        </a:p>
      </dgm:t>
    </dgm:pt>
    <dgm:pt modelId="{5175613F-6E27-4B35-9CE7-43C8CE437575}">
      <dgm:prSet phldrT="[Tekst]" phldr="0"/>
      <dgm:spPr/>
      <dgm:t>
        <a:bodyPr/>
        <a:lstStyle/>
        <a:p>
          <a:r>
            <a:rPr lang="en-US" dirty="0"/>
            <a:t>Find start position</a:t>
          </a:r>
          <a:endParaRPr lang="nl-BE" dirty="0"/>
        </a:p>
      </dgm:t>
    </dgm:pt>
    <dgm:pt modelId="{73222318-DE57-4683-A33C-597AA0451C9D}" type="parTrans" cxnId="{F6E194C5-AE64-4DF3-8828-880AF2A3E81E}">
      <dgm:prSet/>
      <dgm:spPr/>
      <dgm:t>
        <a:bodyPr/>
        <a:lstStyle/>
        <a:p>
          <a:endParaRPr lang="nl-BE"/>
        </a:p>
      </dgm:t>
    </dgm:pt>
    <dgm:pt modelId="{B67DD0B7-B75A-401E-9EB9-763039FA93C6}" type="sibTrans" cxnId="{F6E194C5-AE64-4DF3-8828-880AF2A3E81E}">
      <dgm:prSet/>
      <dgm:spPr/>
      <dgm:t>
        <a:bodyPr/>
        <a:lstStyle/>
        <a:p>
          <a:endParaRPr lang="nl-BE"/>
        </a:p>
      </dgm:t>
    </dgm:pt>
    <dgm:pt modelId="{5CF902B4-BEAD-40BD-94A2-28B436A03C85}" type="pres">
      <dgm:prSet presAssocID="{9E85A773-D9BF-4D40-9E6A-4BF4EFDB69D2}" presName="Name0" presStyleCnt="0">
        <dgm:presLayoutVars>
          <dgm:dir/>
          <dgm:animLvl val="lvl"/>
          <dgm:resizeHandles val="exact"/>
        </dgm:presLayoutVars>
      </dgm:prSet>
      <dgm:spPr/>
    </dgm:pt>
    <dgm:pt modelId="{BDCD547A-D046-4ACB-9D02-6F812DE52928}" type="pres">
      <dgm:prSet presAssocID="{5175613F-6E27-4B35-9CE7-43C8CE437575}" presName="composite" presStyleCnt="0"/>
      <dgm:spPr/>
    </dgm:pt>
    <dgm:pt modelId="{18A4206D-1D1C-4942-90B5-9298047B7813}" type="pres">
      <dgm:prSet presAssocID="{5175613F-6E27-4B35-9CE7-43C8CE437575}" presName="parTx" presStyleLbl="alignNode1" presStyleIdx="0" presStyleCnt="3">
        <dgm:presLayoutVars>
          <dgm:chMax val="0"/>
          <dgm:chPref val="0"/>
        </dgm:presLayoutVars>
      </dgm:prSet>
      <dgm:spPr/>
    </dgm:pt>
    <dgm:pt modelId="{D61F6978-7931-48EE-91ED-C88DEA760C15}" type="pres">
      <dgm:prSet presAssocID="{5175613F-6E27-4B35-9CE7-43C8CE437575}" presName="bgOutline" presStyleLbl="fgAcc1" presStyleIdx="0" presStyleCnt="3">
        <dgm:presLayoutVars>
          <dgm:bulletEnabled/>
        </dgm:presLayoutVars>
      </dgm:prSet>
      <dgm:spPr>
        <a:blipFill rotWithShape="0">
          <a:blip xmlns:r="http://schemas.openxmlformats.org/officeDocument/2006/relationships" r:embed="rId2"/>
          <a:srcRect/>
          <a:stretch>
            <a:fillRect l="-14000" r="-14000"/>
          </a:stretch>
        </a:blipFill>
      </dgm:spPr>
    </dgm:pt>
    <dgm:pt modelId="{3C06A50C-1587-436A-8F91-29B640711298}" type="pres">
      <dgm:prSet presAssocID="{B67DD0B7-B75A-401E-9EB9-763039FA93C6}" presName="space" presStyleCnt="0"/>
      <dgm:spPr/>
    </dgm:pt>
    <dgm:pt modelId="{612940FE-7CA4-461E-BBBE-93829F8E9814}" type="pres">
      <dgm:prSet presAssocID="{BB0C5181-F609-4193-A0B4-CB96045EFC4B}" presName="composite" presStyleCnt="0"/>
      <dgm:spPr/>
    </dgm:pt>
    <dgm:pt modelId="{98832B47-8879-47C5-BE09-12E11B47A3F0}" type="pres">
      <dgm:prSet presAssocID="{BB0C5181-F609-4193-A0B4-CB96045EFC4B}" presName="parTx" presStyleLbl="alignNode1" presStyleIdx="1" presStyleCnt="3">
        <dgm:presLayoutVars>
          <dgm:chMax val="0"/>
          <dgm:chPref val="0"/>
        </dgm:presLayoutVars>
      </dgm:prSet>
      <dgm:spPr/>
    </dgm:pt>
    <dgm:pt modelId="{EF38416B-AF94-4F99-A99D-18CDB11FC8B5}" type="pres">
      <dgm:prSet presAssocID="{BB0C5181-F609-4193-A0B4-CB96045EFC4B}" presName="bgOutline" presStyleLbl="fgAcc1" presStyleIdx="1" presStyleCnt="3">
        <dgm:presLayoutVars>
          <dgm:bulletEnabled/>
        </dgm:presLayoutVars>
      </dgm:prSet>
      <dgm:spPr>
        <a:blipFill rotWithShape="0"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9B6F86E3-8931-4041-84A3-614C0B529131}" type="pres">
      <dgm:prSet presAssocID="{659F72C8-8693-45BB-880A-F1EFBFAE9226}" presName="space" presStyleCnt="0"/>
      <dgm:spPr/>
    </dgm:pt>
    <dgm:pt modelId="{DF94B2F2-C457-4BCA-A009-6FBF4962648D}" type="pres">
      <dgm:prSet presAssocID="{ECD431EC-2BE6-4FBD-88D6-1E4F5CB1817C}" presName="composite" presStyleCnt="0"/>
      <dgm:spPr/>
    </dgm:pt>
    <dgm:pt modelId="{5C409804-3A4A-464F-BDFC-F0EE47C28DBD}" type="pres">
      <dgm:prSet presAssocID="{ECD431EC-2BE6-4FBD-88D6-1E4F5CB1817C}" presName="parTx" presStyleLbl="alignNode1" presStyleIdx="2" presStyleCnt="3">
        <dgm:presLayoutVars>
          <dgm:chMax val="0"/>
          <dgm:chPref val="0"/>
        </dgm:presLayoutVars>
      </dgm:prSet>
      <dgm:spPr/>
    </dgm:pt>
    <dgm:pt modelId="{A28B61DC-10A8-4072-BE07-C31296C1E8C8}" type="pres">
      <dgm:prSet presAssocID="{ECD431EC-2BE6-4FBD-88D6-1E4F5CB1817C}" presName="bgOutline" presStyleLbl="fgAcc1" presStyleIdx="2" presStyleCnt="3">
        <dgm:presLayoutVars>
          <dgm:bulletEnabled/>
        </dgm:presLayoutVars>
      </dgm:prSet>
      <dgm:spPr/>
    </dgm:pt>
  </dgm:ptLst>
  <dgm:cxnLst>
    <dgm:cxn modelId="{E1A7673E-A6B3-4F4A-9771-2464AC19346D}" srcId="{9E85A773-D9BF-4D40-9E6A-4BF4EFDB69D2}" destId="{BB0C5181-F609-4193-A0B4-CB96045EFC4B}" srcOrd="1" destOrd="0" parTransId="{A48913C2-398B-4CEE-993A-F1C4702A3FD3}" sibTransId="{659F72C8-8693-45BB-880A-F1EFBFAE9226}"/>
    <dgm:cxn modelId="{D87A025B-51F8-4138-87E2-8901F383C0DD}" type="presOf" srcId="{F06B1CA9-99B3-4DA2-80F7-6DA744EB266E}" destId="{A28B61DC-10A8-4072-BE07-C31296C1E8C8}" srcOrd="0" destOrd="0" presId="urn:microsoft.com/office/officeart/2024/layout/HorizontalActionList"/>
    <dgm:cxn modelId="{07283376-B065-4657-BDEB-64E44F492D2F}" srcId="{ECD431EC-2BE6-4FBD-88D6-1E4F5CB1817C}" destId="{F06B1CA9-99B3-4DA2-80F7-6DA744EB266E}" srcOrd="0" destOrd="0" parTransId="{7270EA7F-A997-4BE2-AD96-FC033F529A76}" sibTransId="{60192188-C519-41A4-A863-DB847D962415}"/>
    <dgm:cxn modelId="{8AFAD287-2F4B-4DF4-8295-A5E8ED1A8E41}" type="presOf" srcId="{BB0C5181-F609-4193-A0B4-CB96045EFC4B}" destId="{98832B47-8879-47C5-BE09-12E11B47A3F0}" srcOrd="0" destOrd="0" presId="urn:microsoft.com/office/officeart/2024/layout/HorizontalActionList"/>
    <dgm:cxn modelId="{655E929E-8424-4E66-BECE-05252A195D04}" type="presOf" srcId="{ECD431EC-2BE6-4FBD-88D6-1E4F5CB1817C}" destId="{5C409804-3A4A-464F-BDFC-F0EE47C28DBD}" srcOrd="0" destOrd="0" presId="urn:microsoft.com/office/officeart/2024/layout/HorizontalActionList"/>
    <dgm:cxn modelId="{74F3EBB4-BE09-4FAD-AA09-EADA69846853}" type="presOf" srcId="{9E85A773-D9BF-4D40-9E6A-4BF4EFDB69D2}" destId="{5CF902B4-BEAD-40BD-94A2-28B436A03C85}" srcOrd="0" destOrd="0" presId="urn:microsoft.com/office/officeart/2024/layout/HorizontalActionList"/>
    <dgm:cxn modelId="{F6E194C5-AE64-4DF3-8828-880AF2A3E81E}" srcId="{9E85A773-D9BF-4D40-9E6A-4BF4EFDB69D2}" destId="{5175613F-6E27-4B35-9CE7-43C8CE437575}" srcOrd="0" destOrd="0" parTransId="{73222318-DE57-4683-A33C-597AA0451C9D}" sibTransId="{B67DD0B7-B75A-401E-9EB9-763039FA93C6}"/>
    <dgm:cxn modelId="{1388B7D0-388B-4379-AD49-94B0DD9252F5}" srcId="{9E85A773-D9BF-4D40-9E6A-4BF4EFDB69D2}" destId="{ECD431EC-2BE6-4FBD-88D6-1E4F5CB1817C}" srcOrd="2" destOrd="0" parTransId="{B99D696C-0E81-4581-98D6-4E65D53D87CC}" sibTransId="{F360CE4C-A519-45E2-BD27-64B966F8727A}"/>
    <dgm:cxn modelId="{503E76FF-189C-4DA0-9AAF-F31743E5012A}" type="presOf" srcId="{5175613F-6E27-4B35-9CE7-43C8CE437575}" destId="{18A4206D-1D1C-4942-90B5-9298047B7813}" srcOrd="0" destOrd="0" presId="urn:microsoft.com/office/officeart/2024/layout/HorizontalActionList"/>
    <dgm:cxn modelId="{C878B33D-0DB6-48D6-9F61-AB42CC4DE330}" type="presParOf" srcId="{5CF902B4-BEAD-40BD-94A2-28B436A03C85}" destId="{BDCD547A-D046-4ACB-9D02-6F812DE52928}" srcOrd="0" destOrd="0" presId="urn:microsoft.com/office/officeart/2024/layout/HorizontalActionList"/>
    <dgm:cxn modelId="{F06C2888-1C0B-4FF9-9327-AFC8D05C66A0}" type="presParOf" srcId="{BDCD547A-D046-4ACB-9D02-6F812DE52928}" destId="{18A4206D-1D1C-4942-90B5-9298047B7813}" srcOrd="0" destOrd="0" presId="urn:microsoft.com/office/officeart/2024/layout/HorizontalActionList"/>
    <dgm:cxn modelId="{0038C116-3F1E-4B09-9EAC-355F944DE18B}" type="presParOf" srcId="{BDCD547A-D046-4ACB-9D02-6F812DE52928}" destId="{D61F6978-7931-48EE-91ED-C88DEA760C15}" srcOrd="1" destOrd="0" presId="urn:microsoft.com/office/officeart/2024/layout/HorizontalActionList"/>
    <dgm:cxn modelId="{66BA9DC0-7EEA-47A7-95B4-0F5BAEE14C64}" type="presParOf" srcId="{5CF902B4-BEAD-40BD-94A2-28B436A03C85}" destId="{3C06A50C-1587-436A-8F91-29B640711298}" srcOrd="1" destOrd="0" presId="urn:microsoft.com/office/officeart/2024/layout/HorizontalActionList"/>
    <dgm:cxn modelId="{286A63F1-FF35-418D-93BA-A45E1A12DD2A}" type="presParOf" srcId="{5CF902B4-BEAD-40BD-94A2-28B436A03C85}" destId="{612940FE-7CA4-461E-BBBE-93829F8E9814}" srcOrd="2" destOrd="0" presId="urn:microsoft.com/office/officeart/2024/layout/HorizontalActionList"/>
    <dgm:cxn modelId="{7C57CFDF-9700-4270-9734-AF012A495208}" type="presParOf" srcId="{612940FE-7CA4-461E-BBBE-93829F8E9814}" destId="{98832B47-8879-47C5-BE09-12E11B47A3F0}" srcOrd="0" destOrd="0" presId="urn:microsoft.com/office/officeart/2024/layout/HorizontalActionList"/>
    <dgm:cxn modelId="{53189C16-2AE9-4F06-8C08-36070BF88482}" type="presParOf" srcId="{612940FE-7CA4-461E-BBBE-93829F8E9814}" destId="{EF38416B-AF94-4F99-A99D-18CDB11FC8B5}" srcOrd="1" destOrd="0" presId="urn:microsoft.com/office/officeart/2024/layout/HorizontalActionList"/>
    <dgm:cxn modelId="{8550385C-5BE5-4E4F-8730-23EA25A4B1CE}" type="presParOf" srcId="{5CF902B4-BEAD-40BD-94A2-28B436A03C85}" destId="{9B6F86E3-8931-4041-84A3-614C0B529131}" srcOrd="3" destOrd="0" presId="urn:microsoft.com/office/officeart/2024/layout/HorizontalActionList"/>
    <dgm:cxn modelId="{8B8EA773-DCB4-4A74-9A48-ED38CF12D5E7}" type="presParOf" srcId="{5CF902B4-BEAD-40BD-94A2-28B436A03C85}" destId="{DF94B2F2-C457-4BCA-A009-6FBF4962648D}" srcOrd="4" destOrd="0" presId="urn:microsoft.com/office/officeart/2024/layout/HorizontalActionList"/>
    <dgm:cxn modelId="{A514AF91-6C1E-4FC5-80A5-D251CAC8D6B3}" type="presParOf" srcId="{DF94B2F2-C457-4BCA-A009-6FBF4962648D}" destId="{5C409804-3A4A-464F-BDFC-F0EE47C28DBD}" srcOrd="0" destOrd="0" presId="urn:microsoft.com/office/officeart/2024/layout/HorizontalActionList"/>
    <dgm:cxn modelId="{44F6F6B9-980E-4652-9809-932E716E59A6}" type="presParOf" srcId="{DF94B2F2-C457-4BCA-A009-6FBF4962648D}" destId="{A28B61DC-10A8-4072-BE07-C31296C1E8C8}" srcOrd="1" destOrd="0" presId="urn:microsoft.com/office/officeart/2024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E85A773-D9BF-4D40-9E6A-4BF4EFDB69D2}" type="doc">
      <dgm:prSet loTypeId="urn:microsoft.com/office/officeart/2024/layout/Horizontal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nl-BE"/>
        </a:p>
      </dgm:t>
    </dgm:pt>
    <dgm:pt modelId="{BB0C5181-F609-4193-A0B4-CB96045EFC4B}">
      <dgm:prSet phldrT="[Tekst]" phldr="0"/>
      <dgm:spPr>
        <a:blipFill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r>
            <a:rPr lang="nl-BE">
              <a:noFill/>
            </a:rPr>
            <a:t> </a:t>
          </a:r>
        </a:p>
      </dgm:t>
    </dgm:pt>
    <dgm:pt modelId="{A48913C2-398B-4CEE-993A-F1C4702A3FD3}" type="parTrans" cxnId="{E1A7673E-A6B3-4F4A-9771-2464AC19346D}">
      <dgm:prSet/>
      <dgm:spPr/>
      <dgm:t>
        <a:bodyPr/>
        <a:lstStyle/>
        <a:p>
          <a:endParaRPr lang="nl-BE"/>
        </a:p>
      </dgm:t>
    </dgm:pt>
    <dgm:pt modelId="{659F72C8-8693-45BB-880A-F1EFBFAE9226}" type="sibTrans" cxnId="{E1A7673E-A6B3-4F4A-9771-2464AC19346D}">
      <dgm:prSet/>
      <dgm:spPr/>
      <dgm:t>
        <a:bodyPr/>
        <a:lstStyle/>
        <a:p>
          <a:endParaRPr lang="nl-BE"/>
        </a:p>
      </dgm:t>
    </dgm:pt>
    <dgm:pt modelId="{ECD431EC-2BE6-4FBD-88D6-1E4F5CB1817C}">
      <dgm:prSet phldrT="[Tekst]" phldr="0"/>
      <dgm:spPr/>
      <dgm:t>
        <a:bodyPr/>
        <a:lstStyle/>
        <a:p>
          <a:r>
            <a:rPr lang="en-US" dirty="0"/>
            <a:t>Accepted?</a:t>
          </a:r>
          <a:endParaRPr lang="nl-BE" dirty="0"/>
        </a:p>
      </dgm:t>
    </dgm:pt>
    <dgm:pt modelId="{B99D696C-0E81-4581-98D6-4E65D53D87CC}" type="parTrans" cxnId="{1388B7D0-388B-4379-AD49-94B0DD9252F5}">
      <dgm:prSet/>
      <dgm:spPr/>
      <dgm:t>
        <a:bodyPr/>
        <a:lstStyle/>
        <a:p>
          <a:endParaRPr lang="nl-BE"/>
        </a:p>
      </dgm:t>
    </dgm:pt>
    <dgm:pt modelId="{F360CE4C-A519-45E2-BD27-64B966F8727A}" type="sibTrans" cxnId="{1388B7D0-388B-4379-AD49-94B0DD9252F5}">
      <dgm:prSet/>
      <dgm:spPr/>
      <dgm:t>
        <a:bodyPr/>
        <a:lstStyle/>
        <a:p>
          <a:endParaRPr lang="nl-BE"/>
        </a:p>
      </dgm:t>
    </dgm:pt>
    <dgm:pt modelId="{F06B1CA9-99B3-4DA2-80F7-6DA744EB266E}">
      <dgm:prSet phldrT="[Tekst]" phldr="1"/>
      <dgm:spPr>
        <a:blipFill rotWithShape="0">
          <a:blip xmlns:r="http://schemas.openxmlformats.org/officeDocument/2006/relationships" r:embed="rId2"/>
          <a:srcRect/>
          <a:stretch>
            <a:fillRect l="-51000" r="-51000"/>
          </a:stretch>
        </a:blipFill>
      </dgm:spPr>
      <dgm:t>
        <a:bodyPr/>
        <a:lstStyle/>
        <a:p>
          <a:endParaRPr lang="nl-BE" dirty="0"/>
        </a:p>
      </dgm:t>
    </dgm:pt>
    <dgm:pt modelId="{7270EA7F-A997-4BE2-AD96-FC033F529A76}" type="parTrans" cxnId="{07283376-B065-4657-BDEB-64E44F492D2F}">
      <dgm:prSet/>
      <dgm:spPr/>
      <dgm:t>
        <a:bodyPr/>
        <a:lstStyle/>
        <a:p>
          <a:endParaRPr lang="nl-BE"/>
        </a:p>
      </dgm:t>
    </dgm:pt>
    <dgm:pt modelId="{60192188-C519-41A4-A863-DB847D962415}" type="sibTrans" cxnId="{07283376-B065-4657-BDEB-64E44F492D2F}">
      <dgm:prSet/>
      <dgm:spPr/>
      <dgm:t>
        <a:bodyPr/>
        <a:lstStyle/>
        <a:p>
          <a:endParaRPr lang="nl-BE"/>
        </a:p>
      </dgm:t>
    </dgm:pt>
    <dgm:pt modelId="{5175613F-6E27-4B35-9CE7-43C8CE437575}">
      <dgm:prSet phldrT="[Tekst]" phldr="0"/>
      <dgm:spPr/>
      <dgm:t>
        <a:bodyPr/>
        <a:lstStyle/>
        <a:p>
          <a:r>
            <a:rPr lang="en-US" dirty="0"/>
            <a:t>Find start position</a:t>
          </a:r>
          <a:endParaRPr lang="nl-BE" dirty="0"/>
        </a:p>
      </dgm:t>
    </dgm:pt>
    <dgm:pt modelId="{73222318-DE57-4683-A33C-597AA0451C9D}" type="parTrans" cxnId="{F6E194C5-AE64-4DF3-8828-880AF2A3E81E}">
      <dgm:prSet/>
      <dgm:spPr/>
      <dgm:t>
        <a:bodyPr/>
        <a:lstStyle/>
        <a:p>
          <a:endParaRPr lang="nl-BE"/>
        </a:p>
      </dgm:t>
    </dgm:pt>
    <dgm:pt modelId="{B67DD0B7-B75A-401E-9EB9-763039FA93C6}" type="sibTrans" cxnId="{F6E194C5-AE64-4DF3-8828-880AF2A3E81E}">
      <dgm:prSet/>
      <dgm:spPr/>
      <dgm:t>
        <a:bodyPr/>
        <a:lstStyle/>
        <a:p>
          <a:endParaRPr lang="nl-BE"/>
        </a:p>
      </dgm:t>
    </dgm:pt>
    <dgm:pt modelId="{5CF902B4-BEAD-40BD-94A2-28B436A03C85}" type="pres">
      <dgm:prSet presAssocID="{9E85A773-D9BF-4D40-9E6A-4BF4EFDB69D2}" presName="Name0" presStyleCnt="0">
        <dgm:presLayoutVars>
          <dgm:dir/>
          <dgm:animLvl val="lvl"/>
          <dgm:resizeHandles val="exact"/>
        </dgm:presLayoutVars>
      </dgm:prSet>
      <dgm:spPr/>
    </dgm:pt>
    <dgm:pt modelId="{BDCD547A-D046-4ACB-9D02-6F812DE52928}" type="pres">
      <dgm:prSet presAssocID="{5175613F-6E27-4B35-9CE7-43C8CE437575}" presName="composite" presStyleCnt="0"/>
      <dgm:spPr/>
    </dgm:pt>
    <dgm:pt modelId="{18A4206D-1D1C-4942-90B5-9298047B7813}" type="pres">
      <dgm:prSet presAssocID="{5175613F-6E27-4B35-9CE7-43C8CE437575}" presName="parTx" presStyleLbl="alignNode1" presStyleIdx="0" presStyleCnt="3">
        <dgm:presLayoutVars>
          <dgm:chMax val="0"/>
          <dgm:chPref val="0"/>
        </dgm:presLayoutVars>
      </dgm:prSet>
      <dgm:spPr/>
    </dgm:pt>
    <dgm:pt modelId="{D61F6978-7931-48EE-91ED-C88DEA760C15}" type="pres">
      <dgm:prSet presAssocID="{5175613F-6E27-4B35-9CE7-43C8CE437575}" presName="bgOutline" presStyleLbl="fgAcc1" presStyleIdx="0" presStyleCnt="3">
        <dgm:presLayoutVars>
          <dgm:bulletEnabled/>
        </dgm:presLayoutVars>
      </dgm:prSet>
      <dgm:spPr>
        <a:blipFill rotWithShape="0">
          <a:blip xmlns:r="http://schemas.openxmlformats.org/officeDocument/2006/relationships" r:embed="rId3"/>
          <a:srcRect/>
          <a:stretch>
            <a:fillRect l="-14000" r="-14000"/>
          </a:stretch>
        </a:blipFill>
      </dgm:spPr>
    </dgm:pt>
    <dgm:pt modelId="{3C06A50C-1587-436A-8F91-29B640711298}" type="pres">
      <dgm:prSet presAssocID="{B67DD0B7-B75A-401E-9EB9-763039FA93C6}" presName="space" presStyleCnt="0"/>
      <dgm:spPr/>
    </dgm:pt>
    <dgm:pt modelId="{612940FE-7CA4-461E-BBBE-93829F8E9814}" type="pres">
      <dgm:prSet presAssocID="{BB0C5181-F609-4193-A0B4-CB96045EFC4B}" presName="composite" presStyleCnt="0"/>
      <dgm:spPr/>
    </dgm:pt>
    <dgm:pt modelId="{98832B47-8879-47C5-BE09-12E11B47A3F0}" type="pres">
      <dgm:prSet presAssocID="{BB0C5181-F609-4193-A0B4-CB96045EFC4B}" presName="parTx" presStyleLbl="alignNode1" presStyleIdx="1" presStyleCnt="3">
        <dgm:presLayoutVars>
          <dgm:chMax val="0"/>
          <dgm:chPref val="0"/>
        </dgm:presLayoutVars>
      </dgm:prSet>
      <dgm:spPr/>
    </dgm:pt>
    <dgm:pt modelId="{EF38416B-AF94-4F99-A99D-18CDB11FC8B5}" type="pres">
      <dgm:prSet presAssocID="{BB0C5181-F609-4193-A0B4-CB96045EFC4B}" presName="bgOutline" presStyleLbl="fgAcc1" presStyleIdx="1" presStyleCnt="3">
        <dgm:presLayoutVars>
          <dgm:bulletEnabled/>
        </dgm:presLayoutVars>
      </dgm:prSet>
      <dgm:spPr>
        <a:blipFill rotWithShape="0"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9B6F86E3-8931-4041-84A3-614C0B529131}" type="pres">
      <dgm:prSet presAssocID="{659F72C8-8693-45BB-880A-F1EFBFAE9226}" presName="space" presStyleCnt="0"/>
      <dgm:spPr/>
    </dgm:pt>
    <dgm:pt modelId="{DF94B2F2-C457-4BCA-A009-6FBF4962648D}" type="pres">
      <dgm:prSet presAssocID="{ECD431EC-2BE6-4FBD-88D6-1E4F5CB1817C}" presName="composite" presStyleCnt="0"/>
      <dgm:spPr/>
    </dgm:pt>
    <dgm:pt modelId="{5C409804-3A4A-464F-BDFC-F0EE47C28DBD}" type="pres">
      <dgm:prSet presAssocID="{ECD431EC-2BE6-4FBD-88D6-1E4F5CB1817C}" presName="parTx" presStyleLbl="alignNode1" presStyleIdx="2" presStyleCnt="3">
        <dgm:presLayoutVars>
          <dgm:chMax val="0"/>
          <dgm:chPref val="0"/>
        </dgm:presLayoutVars>
      </dgm:prSet>
      <dgm:spPr/>
    </dgm:pt>
    <dgm:pt modelId="{A28B61DC-10A8-4072-BE07-C31296C1E8C8}" type="pres">
      <dgm:prSet presAssocID="{ECD431EC-2BE6-4FBD-88D6-1E4F5CB1817C}" presName="bgOutline" presStyleLbl="fgAcc1" presStyleIdx="2" presStyleCnt="3">
        <dgm:presLayoutVars>
          <dgm:bulletEnabled/>
        </dgm:presLayoutVars>
      </dgm:prSet>
      <dgm:spPr/>
    </dgm:pt>
  </dgm:ptLst>
  <dgm:cxnLst>
    <dgm:cxn modelId="{E1A7673E-A6B3-4F4A-9771-2464AC19346D}" srcId="{9E85A773-D9BF-4D40-9E6A-4BF4EFDB69D2}" destId="{BB0C5181-F609-4193-A0B4-CB96045EFC4B}" srcOrd="1" destOrd="0" parTransId="{A48913C2-398B-4CEE-993A-F1C4702A3FD3}" sibTransId="{659F72C8-8693-45BB-880A-F1EFBFAE9226}"/>
    <dgm:cxn modelId="{D87A025B-51F8-4138-87E2-8901F383C0DD}" type="presOf" srcId="{F06B1CA9-99B3-4DA2-80F7-6DA744EB266E}" destId="{A28B61DC-10A8-4072-BE07-C31296C1E8C8}" srcOrd="0" destOrd="0" presId="urn:microsoft.com/office/officeart/2024/layout/HorizontalActionList"/>
    <dgm:cxn modelId="{07283376-B065-4657-BDEB-64E44F492D2F}" srcId="{ECD431EC-2BE6-4FBD-88D6-1E4F5CB1817C}" destId="{F06B1CA9-99B3-4DA2-80F7-6DA744EB266E}" srcOrd="0" destOrd="0" parTransId="{7270EA7F-A997-4BE2-AD96-FC033F529A76}" sibTransId="{60192188-C519-41A4-A863-DB847D962415}"/>
    <dgm:cxn modelId="{8AFAD287-2F4B-4DF4-8295-A5E8ED1A8E41}" type="presOf" srcId="{BB0C5181-F609-4193-A0B4-CB96045EFC4B}" destId="{98832B47-8879-47C5-BE09-12E11B47A3F0}" srcOrd="0" destOrd="0" presId="urn:microsoft.com/office/officeart/2024/layout/HorizontalActionList"/>
    <dgm:cxn modelId="{655E929E-8424-4E66-BECE-05252A195D04}" type="presOf" srcId="{ECD431EC-2BE6-4FBD-88D6-1E4F5CB1817C}" destId="{5C409804-3A4A-464F-BDFC-F0EE47C28DBD}" srcOrd="0" destOrd="0" presId="urn:microsoft.com/office/officeart/2024/layout/HorizontalActionList"/>
    <dgm:cxn modelId="{74F3EBB4-BE09-4FAD-AA09-EADA69846853}" type="presOf" srcId="{9E85A773-D9BF-4D40-9E6A-4BF4EFDB69D2}" destId="{5CF902B4-BEAD-40BD-94A2-28B436A03C85}" srcOrd="0" destOrd="0" presId="urn:microsoft.com/office/officeart/2024/layout/HorizontalActionList"/>
    <dgm:cxn modelId="{F6E194C5-AE64-4DF3-8828-880AF2A3E81E}" srcId="{9E85A773-D9BF-4D40-9E6A-4BF4EFDB69D2}" destId="{5175613F-6E27-4B35-9CE7-43C8CE437575}" srcOrd="0" destOrd="0" parTransId="{73222318-DE57-4683-A33C-597AA0451C9D}" sibTransId="{B67DD0B7-B75A-401E-9EB9-763039FA93C6}"/>
    <dgm:cxn modelId="{1388B7D0-388B-4379-AD49-94B0DD9252F5}" srcId="{9E85A773-D9BF-4D40-9E6A-4BF4EFDB69D2}" destId="{ECD431EC-2BE6-4FBD-88D6-1E4F5CB1817C}" srcOrd="2" destOrd="0" parTransId="{B99D696C-0E81-4581-98D6-4E65D53D87CC}" sibTransId="{F360CE4C-A519-45E2-BD27-64B966F8727A}"/>
    <dgm:cxn modelId="{503E76FF-189C-4DA0-9AAF-F31743E5012A}" type="presOf" srcId="{5175613F-6E27-4B35-9CE7-43C8CE437575}" destId="{18A4206D-1D1C-4942-90B5-9298047B7813}" srcOrd="0" destOrd="0" presId="urn:microsoft.com/office/officeart/2024/layout/HorizontalActionList"/>
    <dgm:cxn modelId="{C878B33D-0DB6-48D6-9F61-AB42CC4DE330}" type="presParOf" srcId="{5CF902B4-BEAD-40BD-94A2-28B436A03C85}" destId="{BDCD547A-D046-4ACB-9D02-6F812DE52928}" srcOrd="0" destOrd="0" presId="urn:microsoft.com/office/officeart/2024/layout/HorizontalActionList"/>
    <dgm:cxn modelId="{F06C2888-1C0B-4FF9-9327-AFC8D05C66A0}" type="presParOf" srcId="{BDCD547A-D046-4ACB-9D02-6F812DE52928}" destId="{18A4206D-1D1C-4942-90B5-9298047B7813}" srcOrd="0" destOrd="0" presId="urn:microsoft.com/office/officeart/2024/layout/HorizontalActionList"/>
    <dgm:cxn modelId="{0038C116-3F1E-4B09-9EAC-355F944DE18B}" type="presParOf" srcId="{BDCD547A-D046-4ACB-9D02-6F812DE52928}" destId="{D61F6978-7931-48EE-91ED-C88DEA760C15}" srcOrd="1" destOrd="0" presId="urn:microsoft.com/office/officeart/2024/layout/HorizontalActionList"/>
    <dgm:cxn modelId="{66BA9DC0-7EEA-47A7-95B4-0F5BAEE14C64}" type="presParOf" srcId="{5CF902B4-BEAD-40BD-94A2-28B436A03C85}" destId="{3C06A50C-1587-436A-8F91-29B640711298}" srcOrd="1" destOrd="0" presId="urn:microsoft.com/office/officeart/2024/layout/HorizontalActionList"/>
    <dgm:cxn modelId="{286A63F1-FF35-418D-93BA-A45E1A12DD2A}" type="presParOf" srcId="{5CF902B4-BEAD-40BD-94A2-28B436A03C85}" destId="{612940FE-7CA4-461E-BBBE-93829F8E9814}" srcOrd="2" destOrd="0" presId="urn:microsoft.com/office/officeart/2024/layout/HorizontalActionList"/>
    <dgm:cxn modelId="{7C57CFDF-9700-4270-9734-AF012A495208}" type="presParOf" srcId="{612940FE-7CA4-461E-BBBE-93829F8E9814}" destId="{98832B47-8879-47C5-BE09-12E11B47A3F0}" srcOrd="0" destOrd="0" presId="urn:microsoft.com/office/officeart/2024/layout/HorizontalActionList"/>
    <dgm:cxn modelId="{53189C16-2AE9-4F06-8C08-36070BF88482}" type="presParOf" srcId="{612940FE-7CA4-461E-BBBE-93829F8E9814}" destId="{EF38416B-AF94-4F99-A99D-18CDB11FC8B5}" srcOrd="1" destOrd="0" presId="urn:microsoft.com/office/officeart/2024/layout/HorizontalActionList"/>
    <dgm:cxn modelId="{8550385C-5BE5-4E4F-8730-23EA25A4B1CE}" type="presParOf" srcId="{5CF902B4-BEAD-40BD-94A2-28B436A03C85}" destId="{9B6F86E3-8931-4041-84A3-614C0B529131}" srcOrd="3" destOrd="0" presId="urn:microsoft.com/office/officeart/2024/layout/HorizontalActionList"/>
    <dgm:cxn modelId="{8B8EA773-DCB4-4A74-9A48-ED38CF12D5E7}" type="presParOf" srcId="{5CF902B4-BEAD-40BD-94A2-28B436A03C85}" destId="{DF94B2F2-C457-4BCA-A009-6FBF4962648D}" srcOrd="4" destOrd="0" presId="urn:microsoft.com/office/officeart/2024/layout/HorizontalActionList"/>
    <dgm:cxn modelId="{A514AF91-6C1E-4FC5-80A5-D251CAC8D6B3}" type="presParOf" srcId="{DF94B2F2-C457-4BCA-A009-6FBF4962648D}" destId="{5C409804-3A4A-464F-BDFC-F0EE47C28DBD}" srcOrd="0" destOrd="0" presId="urn:microsoft.com/office/officeart/2024/layout/HorizontalActionList"/>
    <dgm:cxn modelId="{44F6F6B9-980E-4652-9809-932E716E59A6}" type="presParOf" srcId="{DF94B2F2-C457-4BCA-A009-6FBF4962648D}" destId="{A28B61DC-10A8-4072-BE07-C31296C1E8C8}" srcOrd="1" destOrd="0" presId="urn:microsoft.com/office/officeart/2024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1F6978-7931-48EE-91ED-C88DEA760C15}">
      <dsp:nvSpPr>
        <dsp:cNvPr id="0" name=""/>
        <dsp:cNvSpPr/>
      </dsp:nvSpPr>
      <dsp:spPr>
        <a:xfrm rot="10800000">
          <a:off x="842" y="1412113"/>
          <a:ext cx="2581113" cy="2686233"/>
        </a:xfrm>
        <a:prstGeom prst="round2SameRect">
          <a:avLst>
            <a:gd name="adj1" fmla="val 15000"/>
            <a:gd name="adj2" fmla="val 0"/>
          </a:avLst>
        </a:prstGeom>
        <a:blipFill rotWithShape="0">
          <a:blip xmlns:r="http://schemas.openxmlformats.org/officeDocument/2006/relationships" r:embed="rId1"/>
          <a:srcRect/>
          <a:stretch>
            <a:fillRect l="-15000" r="-15000"/>
          </a:stretch>
        </a:blip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A4206D-1D1C-4942-90B5-9298047B7813}">
      <dsp:nvSpPr>
        <dsp:cNvPr id="0" name=""/>
        <dsp:cNvSpPr/>
      </dsp:nvSpPr>
      <dsp:spPr>
        <a:xfrm>
          <a:off x="842" y="661009"/>
          <a:ext cx="2581113" cy="774334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965" tIns="203965" rIns="203965" bIns="20396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Input Image</a:t>
          </a:r>
          <a:endParaRPr lang="nl-BE" sz="1800" kern="1200" dirty="0"/>
        </a:p>
      </dsp:txBody>
      <dsp:txXfrm>
        <a:off x="102900" y="763067"/>
        <a:ext cx="2376997" cy="672276"/>
      </dsp:txXfrm>
    </dsp:sp>
    <dsp:sp modelId="{EF38416B-AF94-4F99-A99D-18CDB11FC8B5}">
      <dsp:nvSpPr>
        <dsp:cNvPr id="0" name=""/>
        <dsp:cNvSpPr/>
      </dsp:nvSpPr>
      <dsp:spPr>
        <a:xfrm rot="10800000">
          <a:off x="2689956" y="1412113"/>
          <a:ext cx="2581113" cy="2686233"/>
        </a:xfrm>
        <a:prstGeom prst="round2SameRect">
          <a:avLst>
            <a:gd name="adj1" fmla="val 15000"/>
            <a:gd name="adj2" fmla="val 0"/>
          </a:avLst>
        </a:prstGeom>
        <a:blipFill rotWithShape="0">
          <a:blip xmlns:r="http://schemas.openxmlformats.org/officeDocument/2006/relationships" r:embed="rId2"/>
          <a:srcRect/>
          <a:stretch>
            <a:fillRect l="-9000" r="-9000"/>
          </a:stretch>
        </a:blip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267" tIns="109267" rIns="109267" bIns="109267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1400" kern="1200"/>
        </a:p>
      </dsp:txBody>
      <dsp:txXfrm rot="10800000">
        <a:off x="2803353" y="1412113"/>
        <a:ext cx="2354319" cy="2572836"/>
      </dsp:txXfrm>
    </dsp:sp>
    <dsp:sp modelId="{98832B47-8879-47C5-BE09-12E11B47A3F0}">
      <dsp:nvSpPr>
        <dsp:cNvPr id="0" name=""/>
        <dsp:cNvSpPr/>
      </dsp:nvSpPr>
      <dsp:spPr>
        <a:xfrm>
          <a:off x="2689956" y="661009"/>
          <a:ext cx="2581113" cy="774334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965" tIns="203965" rIns="203965" bIns="20396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Depth </a:t>
          </a:r>
          <a:r>
            <a:rPr lang="en-US" sz="1800" kern="1200" dirty="0" err="1"/>
            <a:t>Esimation</a:t>
          </a:r>
          <a:endParaRPr lang="nl-BE" sz="1800" kern="1200" dirty="0"/>
        </a:p>
      </dsp:txBody>
      <dsp:txXfrm>
        <a:off x="2792014" y="763067"/>
        <a:ext cx="2376997" cy="672276"/>
      </dsp:txXfrm>
    </dsp:sp>
    <dsp:sp modelId="{A28B61DC-10A8-4072-BE07-C31296C1E8C8}">
      <dsp:nvSpPr>
        <dsp:cNvPr id="0" name=""/>
        <dsp:cNvSpPr/>
      </dsp:nvSpPr>
      <dsp:spPr>
        <a:xfrm rot="10800000">
          <a:off x="5379069" y="1412113"/>
          <a:ext cx="2581113" cy="2686233"/>
        </a:xfrm>
        <a:prstGeom prst="round2SameRect">
          <a:avLst>
            <a:gd name="adj1" fmla="val 15000"/>
            <a:gd name="adj2" fmla="val 0"/>
          </a:avLst>
        </a:prstGeom>
        <a:blipFill rotWithShape="0">
          <a:blip xmlns:r="http://schemas.openxmlformats.org/officeDocument/2006/relationships" r:embed="rId3"/>
          <a:srcRect/>
          <a:stretch>
            <a:fillRect/>
          </a:stretch>
        </a:blip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9267" tIns="109267" rIns="109267" bIns="109267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1400" kern="1200" dirty="0"/>
        </a:p>
      </dsp:txBody>
      <dsp:txXfrm rot="10800000">
        <a:off x="5492466" y="1412113"/>
        <a:ext cx="2354319" cy="2572836"/>
      </dsp:txXfrm>
    </dsp:sp>
    <dsp:sp modelId="{5C409804-3A4A-464F-BDFC-F0EE47C28DBD}">
      <dsp:nvSpPr>
        <dsp:cNvPr id="0" name=""/>
        <dsp:cNvSpPr/>
      </dsp:nvSpPr>
      <dsp:spPr>
        <a:xfrm>
          <a:off x="5379069" y="661009"/>
          <a:ext cx="2581113" cy="774334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965" tIns="203965" rIns="203965" bIns="20396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Segmentation</a:t>
          </a:r>
          <a:endParaRPr lang="nl-BE" sz="1800" kern="1200" dirty="0"/>
        </a:p>
      </dsp:txBody>
      <dsp:txXfrm>
        <a:off x="5481127" y="763067"/>
        <a:ext cx="2376997" cy="6722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1F6978-7931-48EE-91ED-C88DEA760C15}">
      <dsp:nvSpPr>
        <dsp:cNvPr id="0" name=""/>
        <dsp:cNvSpPr/>
      </dsp:nvSpPr>
      <dsp:spPr>
        <a:xfrm rot="10800000">
          <a:off x="4536" y="1553716"/>
          <a:ext cx="2997972" cy="2524333"/>
        </a:xfrm>
        <a:prstGeom prst="round2SameRect">
          <a:avLst>
            <a:gd name="adj1" fmla="val 15000"/>
            <a:gd name="adj2" fmla="val 0"/>
          </a:avLst>
        </a:prstGeom>
        <a:blipFill rotWithShape="0">
          <a:blip xmlns:r="http://schemas.openxmlformats.org/officeDocument/2006/relationships" r:embed="rId1"/>
          <a:srcRect/>
          <a:stretch>
            <a:fillRect l="-14000" r="-14000"/>
          </a:stretch>
        </a:blip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A4206D-1D1C-4942-90B5-9298047B7813}">
      <dsp:nvSpPr>
        <dsp:cNvPr id="0" name=""/>
        <dsp:cNvSpPr/>
      </dsp:nvSpPr>
      <dsp:spPr>
        <a:xfrm>
          <a:off x="4536" y="681306"/>
          <a:ext cx="2997972" cy="899391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906" tIns="236906" rIns="236906" bIns="23690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Find start position</a:t>
          </a:r>
          <a:endParaRPr lang="nl-BE" sz="2100" kern="1200" dirty="0"/>
        </a:p>
      </dsp:txBody>
      <dsp:txXfrm>
        <a:off x="123076" y="799846"/>
        <a:ext cx="2760892" cy="780851"/>
      </dsp:txXfrm>
    </dsp:sp>
    <dsp:sp modelId="{EF38416B-AF94-4F99-A99D-18CDB11FC8B5}">
      <dsp:nvSpPr>
        <dsp:cNvPr id="0" name=""/>
        <dsp:cNvSpPr/>
      </dsp:nvSpPr>
      <dsp:spPr>
        <a:xfrm rot="10800000">
          <a:off x="3110509" y="1553716"/>
          <a:ext cx="2997972" cy="2524333"/>
        </a:xfrm>
        <a:prstGeom prst="round2SameRect">
          <a:avLst>
            <a:gd name="adj1" fmla="val 15000"/>
            <a:gd name="adj2" fmla="val 0"/>
          </a:avLst>
        </a:prstGeom>
        <a:blipFill rotWithShape="0">
          <a:blip xmlns:r="http://schemas.openxmlformats.org/officeDocument/2006/relationships" r:embed="rId2"/>
          <a:srcRect/>
          <a:stretch>
            <a:fillRect/>
          </a:stretch>
        </a:blip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832B47-8879-47C5-BE09-12E11B47A3F0}">
      <dsp:nvSpPr>
        <dsp:cNvPr id="0" name=""/>
        <dsp:cNvSpPr/>
      </dsp:nvSpPr>
      <dsp:spPr>
        <a:xfrm>
          <a:off x="3110509" y="681306"/>
          <a:ext cx="2997972" cy="899391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906" tIns="236906" rIns="236906" bIns="23690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Expand </a:t>
          </a:r>
          <a14:m xmlns:a14="http://schemas.microsoft.com/office/drawing/2010/main">
            <m:oMath xmlns:m="http://schemas.openxmlformats.org/officeDocument/2006/math">
              <m:r>
                <a:rPr lang="en-US" sz="2100" b="0" i="1" kern="1200" smtClean="0">
                  <a:latin typeface="Cambria Math" panose="02040503050406030204" pitchFamily="18" charset="0"/>
                </a:rPr>
                <m:t>⊥</m:t>
              </m:r>
              <m:r>
                <m:rPr>
                  <m:sty m:val="p"/>
                </m:rPr>
                <a:rPr lang="en-US" sz="2100" b="0" i="0" kern="1200" smtClean="0">
                  <a:latin typeface="Cambria Math" panose="02040503050406030204" pitchFamily="18" charset="0"/>
                </a:rPr>
                <m:t>∇</m:t>
              </m:r>
              <m:r>
                <a:rPr lang="en-US" sz="2100" b="0" i="0" kern="1200" smtClean="0">
                  <a:latin typeface="Cambria Math" panose="02040503050406030204" pitchFamily="18" charset="0"/>
                </a:rPr>
                <m:t> </m:t>
              </m:r>
              <m:r>
                <m:rPr>
                  <m:sty m:val="p"/>
                </m:rPr>
                <a:rPr lang="en-US" sz="2100" b="0" i="0" kern="1200" smtClean="0">
                  <a:latin typeface="Cambria Math" panose="02040503050406030204" pitchFamily="18" charset="0"/>
                </a:rPr>
                <m:t>f</m:t>
              </m:r>
            </m:oMath>
          </a14:m>
          <a:endParaRPr lang="nl-BE" sz="2100" kern="1200" dirty="0"/>
        </a:p>
      </dsp:txBody>
      <dsp:txXfrm>
        <a:off x="3229049" y="799846"/>
        <a:ext cx="2760892" cy="780851"/>
      </dsp:txXfrm>
    </dsp:sp>
    <dsp:sp modelId="{A28B61DC-10A8-4072-BE07-C31296C1E8C8}">
      <dsp:nvSpPr>
        <dsp:cNvPr id="0" name=""/>
        <dsp:cNvSpPr/>
      </dsp:nvSpPr>
      <dsp:spPr>
        <a:xfrm rot="10800000">
          <a:off x="6216482" y="1553716"/>
          <a:ext cx="2997972" cy="2524333"/>
        </a:xfrm>
        <a:prstGeom prst="round2SameRect">
          <a:avLst>
            <a:gd name="adj1" fmla="val 15000"/>
            <a:gd name="adj2" fmla="val 0"/>
          </a:avLst>
        </a:prstGeom>
        <a:blipFill rotWithShape="0">
          <a:blip xmlns:r="http://schemas.openxmlformats.org/officeDocument/2006/relationships" r:embed="rId3"/>
          <a:srcRect/>
          <a:stretch>
            <a:fillRect l="-51000" r="-51000"/>
          </a:stretch>
        </a:blip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914" tIns="126914" rIns="126914" bIns="126914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l-BE" sz="1600" kern="1200" dirty="0"/>
        </a:p>
      </dsp:txBody>
      <dsp:txXfrm rot="10800000">
        <a:off x="6327385" y="1553716"/>
        <a:ext cx="2776166" cy="2413430"/>
      </dsp:txXfrm>
    </dsp:sp>
    <dsp:sp modelId="{5C409804-3A4A-464F-BDFC-F0EE47C28DBD}">
      <dsp:nvSpPr>
        <dsp:cNvPr id="0" name=""/>
        <dsp:cNvSpPr/>
      </dsp:nvSpPr>
      <dsp:spPr>
        <a:xfrm>
          <a:off x="6216482" y="681306"/>
          <a:ext cx="2997972" cy="899391"/>
        </a:xfrm>
        <a:prstGeom prst="round2SameRect">
          <a:avLst>
            <a:gd name="adj1" fmla="val 450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906" tIns="236906" rIns="236906" bIns="236906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Accepted?</a:t>
          </a:r>
          <a:endParaRPr lang="nl-BE" sz="2100" kern="1200" dirty="0"/>
        </a:p>
      </dsp:txBody>
      <dsp:txXfrm>
        <a:off x="6335022" y="799846"/>
        <a:ext cx="2760892" cy="7808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HorizontalActionList">
  <dgm:title val=""/>
  <dgm:desc val=""/>
  <dgm:catLst>
    <dgm:cat type="list" pri="80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95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bgOutline"/>
      <dgm:constr type="primFontSz" for="des" forName="parTx" val="54"/>
      <dgm:constr type="primFontSz" for="des" forName="bgOutline" refType="primFontSz" refFor="des" refForName="parTx" op="lte" fact="0.75"/>
      <dgm:constr type="h" for="des" forName="bgOutline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bgOutline"/>
          <dgm:constr type="t" for="ch" forName="bgOutline" refType="h" refFor="ch" refForName="parTx" fact="0.97"/>
          <dgm:constr type="w" for="ch" forName="bgOutline" refType="w"/>
          <dgm:constr type="h" for="ch" forName="bgOutline" refType="h" fact="0.75"/>
        </dgm:constrLst>
        <dgm:ruleLst/>
        <dgm:layoutNode name="parTx" styleLbl="alignNode1">
          <dgm:varLst>
            <dgm:chMax val="0"/>
            <dgm:chPref val="0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ound2SameRect" r:blip="" zOrderOff="3">
            <dgm:adjLst>
              <dgm:adj idx="1" val="0.45"/>
            </dgm:adjLst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primFontSz" val="14" fact="NaN" max="NaN"/>
          </dgm:ruleLst>
        </dgm:layoutNode>
        <dgm:layoutNode name="bgOutline" styleLbl="fgAcc1">
          <dgm:varLst>
            <dgm:bulletEnabled/>
          </dgm:varLst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rot="180" type="round2SameRect" r:blip="">
            <dgm:adjLst>
              <dgm:adj idx="1" val="0.15"/>
              <dgm:adj idx="2" val="0"/>
            </dgm:adjLst>
          </dgm:shape>
          <dgm:presOf axis="des" ptType="node"/>
          <dgm:constrLst>
            <dgm:constr type="primFontSz" val="28"/>
            <dgm:constr type="tMarg" refType="w" fact="0.12"/>
            <dgm:constr type="bMarg" refType="w" fact="0.12"/>
            <dgm:constr type="lMarg" refType="w" fact="0.12"/>
            <dgm:constr type="rMarg" refType="w" fact="0.12"/>
          </dgm:constrLst>
          <dgm:ruleLst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HorizontalActionList">
  <dgm:title val=""/>
  <dgm:desc val=""/>
  <dgm:catLst>
    <dgm:cat type="list" pri="80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95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bgOutline"/>
      <dgm:constr type="primFontSz" for="des" forName="parTx" val="54"/>
      <dgm:constr type="primFontSz" for="des" forName="bgOutline" refType="primFontSz" refFor="des" refForName="parTx" op="lte" fact="0.75"/>
      <dgm:constr type="h" for="des" forName="bgOutline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bgOutline"/>
          <dgm:constr type="t" for="ch" forName="bgOutline" refType="h" refFor="ch" refForName="parTx" fact="0.97"/>
          <dgm:constr type="w" for="ch" forName="bgOutline" refType="w"/>
          <dgm:constr type="h" for="ch" forName="bgOutline" refType="h" fact="0.75"/>
        </dgm:constrLst>
        <dgm:ruleLst/>
        <dgm:layoutNode name="parTx" styleLbl="alignNode1">
          <dgm:varLst>
            <dgm:chMax val="0"/>
            <dgm:chPref val="0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ound2SameRect" r:blip="" zOrderOff="3">
            <dgm:adjLst>
              <dgm:adj idx="1" val="0.45"/>
            </dgm:adjLst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primFontSz" val="14" fact="NaN" max="NaN"/>
          </dgm:ruleLst>
        </dgm:layoutNode>
        <dgm:layoutNode name="bgOutline" styleLbl="fgAcc1">
          <dgm:varLst>
            <dgm:bulletEnabled/>
          </dgm:varLst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rot="180" type="round2SameRect" r:blip="">
            <dgm:adjLst>
              <dgm:adj idx="1" val="0.15"/>
              <dgm:adj idx="2" val="0"/>
            </dgm:adjLst>
          </dgm:shape>
          <dgm:presOf axis="des" ptType="node"/>
          <dgm:constrLst>
            <dgm:constr type="primFontSz" val="28"/>
            <dgm:constr type="tMarg" refType="w" fact="0.12"/>
            <dgm:constr type="bMarg" refType="w" fact="0.12"/>
            <dgm:constr type="lMarg" refType="w" fact="0.12"/>
            <dgm:constr type="rMarg" refType="w" fact="0.12"/>
          </dgm:constrLst>
          <dgm:ruleLst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B92C5A-80A0-4C6E-9437-3D460B84558E}" type="datetimeFigureOut">
              <a:rPr lang="nl-BE" smtClean="0"/>
              <a:t>26/06/2026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362A36-6E9F-4419-99C1-662ED229330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66008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A6DFD2-A935-7BA9-04F4-DA9568B25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F883467-0B89-75AA-EE14-B96E33C84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D394328-FFDC-F784-5165-64604FB0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3CE8-0ECF-46D5-95BF-B0947A229023}" type="datetimeFigureOut">
              <a:rPr lang="nl-BE" smtClean="0"/>
              <a:t>26/06/2026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79A970C-D2F9-241A-80E2-357ECAE67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E7F80D6-1E74-0215-3279-189C2D17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3AD74-8B9B-4A25-A141-AF64AFEDB1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70231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8A0862-CC80-B90C-B947-7C3AD3161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5A7F77A-28FC-4FAC-B2FF-445373C27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468CAA8-3ED3-02F3-B750-2A9738CCB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3CE8-0ECF-46D5-95BF-B0947A229023}" type="datetimeFigureOut">
              <a:rPr lang="nl-BE" smtClean="0"/>
              <a:t>26/06/2026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6619BA-7272-0875-7204-A701F58FB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3D8FCBA-ACE5-3528-059B-386964170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3AD74-8B9B-4A25-A141-AF64AFEDB1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24501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1DD5D9-0345-66AC-83D9-6F4776C21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0F28078-476A-D0CB-A37C-A81F6FE37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3644C2D-B9DC-146E-E0CF-74F1327C5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3CE8-0ECF-46D5-95BF-B0947A229023}" type="datetimeFigureOut">
              <a:rPr lang="nl-BE" smtClean="0"/>
              <a:t>26/06/2026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933A9EE-1BC7-9F38-B931-8D8D25031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C48B10A-A8DE-60DF-8772-36AFDF14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3AD74-8B9B-4A25-A141-AF64AFEDB1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57550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5E7E22-B142-3600-DA3C-09FC9D80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18CDD00-43B7-236F-DD69-DB86EC0BC3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A7A13A98-6422-F4B0-3D51-13BFA76C0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F8F77C9-780E-9FAC-4D04-B1A585D4C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3CE8-0ECF-46D5-95BF-B0947A229023}" type="datetimeFigureOut">
              <a:rPr lang="nl-BE" smtClean="0"/>
              <a:t>26/06/2026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E39888C-A30F-8B98-5A58-6C796019E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4F009B0-0F6D-2656-08BE-FE40E8A46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3AD74-8B9B-4A25-A141-AF64AFEDB1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84106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9588FB-977A-2951-7951-534DEE97C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0F6A02F-90BD-A73B-D604-48AE57515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68232060-C659-7276-3858-05E5ABDEE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76F651-9119-DABC-011E-571AF01720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13666FB9-FE81-568D-63AD-8ACDFF4C16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5E5E6CA9-5BA0-71DF-87E7-321860F7B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3CE8-0ECF-46D5-95BF-B0947A229023}" type="datetimeFigureOut">
              <a:rPr lang="nl-BE" smtClean="0"/>
              <a:t>26/06/2026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4266D5A-51F5-6526-1283-C22B7DCF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8E12DE5F-A03D-6D0B-1CAF-CBA73ADD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3AD74-8B9B-4A25-A141-AF64AFEDB1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06142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3F0977-7B6A-788F-ECA4-827EE9E8C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155A4D9-89DF-3D6D-F261-AFCA1C5B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3CE8-0ECF-46D5-95BF-B0947A229023}" type="datetimeFigureOut">
              <a:rPr lang="nl-BE" smtClean="0"/>
              <a:t>26/06/2026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AE4BDF8-185A-C4D0-774B-F1B3E4653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E39CD04-87B2-5FF2-CFDA-477797953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3AD74-8B9B-4A25-A141-AF64AFEDB1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56606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71F5728-FD37-54BD-0723-36C4B2A5F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3CE8-0ECF-46D5-95BF-B0947A229023}" type="datetimeFigureOut">
              <a:rPr lang="nl-BE" smtClean="0"/>
              <a:t>26/06/2026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4A6847E8-0C5E-CA66-D603-55C5735D9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04FC2DA-20AD-0ADE-4939-5C50DF969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3AD74-8B9B-4A25-A141-AF64AFEDB1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036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84AE3C-B794-B16B-3AB5-161ACFFC0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4A3B4DD-BC1F-1AC6-FF6E-0049672D7C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34FCDFC-BCE8-F4CA-3EB0-927DBD89F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DE1B8C2-E752-17BF-6D9F-519D7E53B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3CE8-0ECF-46D5-95BF-B0947A229023}" type="datetimeFigureOut">
              <a:rPr lang="nl-BE" smtClean="0"/>
              <a:t>26/06/2026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CBB112D-5267-C28F-7680-2BEE38FE3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30B25EE-5551-A023-F532-D5764B4E8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3AD74-8B9B-4A25-A141-AF64AFEDB1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37110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44C52E-1535-4F8E-54F5-6C922CAD7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8677F616-9B3D-E537-E713-F7352EF84C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0CD3E7E-4E06-F706-8BF7-6C9863F07C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E930423-FDF9-9A8C-C1B8-EAD4A3495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3CE8-0ECF-46D5-95BF-B0947A229023}" type="datetimeFigureOut">
              <a:rPr lang="nl-BE" smtClean="0"/>
              <a:t>26/06/2026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F384A6A-A9C0-0E88-CDF0-98271EDB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44A2CE1-CB04-B30B-5EE3-F67EC113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3AD74-8B9B-4A25-A141-AF64AFEDB1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6694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B3356D-03A9-A00C-5A44-9B2D4FCE2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52F9B00-1ABE-757F-0A4D-64204E6BE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280C578-B69C-FCAC-AED8-F86622374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3CE8-0ECF-46D5-95BF-B0947A229023}" type="datetimeFigureOut">
              <a:rPr lang="nl-BE" smtClean="0"/>
              <a:t>26/06/2026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8377744-D2CA-F25F-09FD-9C4DA4A3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397EE7E-BC20-C3B6-2689-6959F4070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3AD74-8B9B-4A25-A141-AF64AFEDB1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7545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43330015-F854-AD3B-C4AD-539E53CCE7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B4BFFAB-DD98-DF79-0D9B-7E9A3EEE2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5F231BD-5AED-C2C6-4755-23B63DFA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3CE8-0ECF-46D5-95BF-B0947A229023}" type="datetimeFigureOut">
              <a:rPr lang="nl-BE" smtClean="0"/>
              <a:t>26/06/2026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51B2AC5-1306-5C04-0A46-FC51EDE62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60D780-C615-0F9A-5DCD-805AF5072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3AD74-8B9B-4A25-A141-AF64AFEDB1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25795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5C55545A-54D3-3359-40D4-8D9F58DCB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31269FD-B9E4-71E5-8FAE-8004A1B81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F2B1E55-C052-9E35-8479-CA12E6369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E43CE8-0ECF-46D5-95BF-B0947A229023}" type="datetimeFigureOut">
              <a:rPr lang="nl-BE" smtClean="0"/>
              <a:t>26/06/2026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948A6E1-5749-0B47-6897-4C97DEFBB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48D2E1C-7B0C-322C-714F-DD700347B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3AD74-8B9B-4A25-A141-AF64AFEDB14E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31299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ijdelijke aanduiding voor inhoud 3">
            <a:extLst>
              <a:ext uri="{FF2B5EF4-FFF2-40B4-BE49-F238E27FC236}">
                <a16:creationId xmlns:a16="http://schemas.microsoft.com/office/drawing/2014/main" id="{15FA23E6-B2D0-4CAB-E88D-657662F8E5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6465343"/>
              </p:ext>
            </p:extLst>
          </p:nvPr>
        </p:nvGraphicFramePr>
        <p:xfrm>
          <a:off x="636262" y="1049322"/>
          <a:ext cx="7961026" cy="47593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Pijl: rechts 8">
            <a:extLst>
              <a:ext uri="{FF2B5EF4-FFF2-40B4-BE49-F238E27FC236}">
                <a16:creationId xmlns:a16="http://schemas.microsoft.com/office/drawing/2014/main" id="{975D7266-11FD-7C35-E2F1-96A8ADDD872E}"/>
              </a:ext>
            </a:extLst>
          </p:cNvPr>
          <p:cNvSpPr/>
          <p:nvPr/>
        </p:nvSpPr>
        <p:spPr>
          <a:xfrm>
            <a:off x="8736376" y="3429000"/>
            <a:ext cx="826265" cy="393853"/>
          </a:xfrm>
          <a:prstGeom prst="rightArrow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0" name="Vrije vorm: vorm 9">
            <a:extLst>
              <a:ext uri="{FF2B5EF4-FFF2-40B4-BE49-F238E27FC236}">
                <a16:creationId xmlns:a16="http://schemas.microsoft.com/office/drawing/2014/main" id="{1196CB2E-6F78-AE02-86E4-A56FD8701747}"/>
              </a:ext>
            </a:extLst>
          </p:cNvPr>
          <p:cNvSpPr/>
          <p:nvPr/>
        </p:nvSpPr>
        <p:spPr>
          <a:xfrm>
            <a:off x="9782978" y="2027104"/>
            <a:ext cx="2247441" cy="2897436"/>
          </a:xfrm>
          <a:custGeom>
            <a:avLst/>
            <a:gdLst>
              <a:gd name="csX0" fmla="*/ 0 w 2071171"/>
              <a:gd name="csY0" fmla="*/ 484742 h 2897436"/>
              <a:gd name="csX1" fmla="*/ 1553379 w 2071171"/>
              <a:gd name="csY1" fmla="*/ 0 h 2897436"/>
              <a:gd name="csX2" fmla="*/ 2071171 w 2071171"/>
              <a:gd name="csY2" fmla="*/ 2104221 h 2897436"/>
              <a:gd name="csX3" fmla="*/ 848299 w 2071171"/>
              <a:gd name="csY3" fmla="*/ 2897436 h 2897436"/>
              <a:gd name="csX4" fmla="*/ 33051 w 2071171"/>
              <a:gd name="csY4" fmla="*/ 2093204 h 2897436"/>
              <a:gd name="csX5" fmla="*/ 0 w 2071171"/>
              <a:gd name="csY5" fmla="*/ 484742 h 28974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071171" h="2897436">
                <a:moveTo>
                  <a:pt x="0" y="484742"/>
                </a:moveTo>
                <a:lnTo>
                  <a:pt x="1553379" y="0"/>
                </a:lnTo>
                <a:lnTo>
                  <a:pt x="2071171" y="2104221"/>
                </a:lnTo>
                <a:lnTo>
                  <a:pt x="848299" y="2897436"/>
                </a:lnTo>
                <a:lnTo>
                  <a:pt x="33051" y="2093204"/>
                </a:lnTo>
                <a:lnTo>
                  <a:pt x="0" y="484742"/>
                </a:lnTo>
                <a:close/>
              </a:path>
            </a:pathLst>
          </a:custGeom>
          <a:noFill/>
          <a:ln w="28575"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2" name="Vrije vorm: vorm 11">
            <a:extLst>
              <a:ext uri="{FF2B5EF4-FFF2-40B4-BE49-F238E27FC236}">
                <a16:creationId xmlns:a16="http://schemas.microsoft.com/office/drawing/2014/main" id="{A85CFC39-1C74-B377-3BE0-3B189F4EB497}"/>
              </a:ext>
            </a:extLst>
          </p:cNvPr>
          <p:cNvSpPr/>
          <p:nvPr/>
        </p:nvSpPr>
        <p:spPr>
          <a:xfrm>
            <a:off x="10155842" y="2679126"/>
            <a:ext cx="403600" cy="520328"/>
          </a:xfrm>
          <a:custGeom>
            <a:avLst/>
            <a:gdLst>
              <a:gd name="csX0" fmla="*/ 0 w 2071171"/>
              <a:gd name="csY0" fmla="*/ 484742 h 2897436"/>
              <a:gd name="csX1" fmla="*/ 1553379 w 2071171"/>
              <a:gd name="csY1" fmla="*/ 0 h 2897436"/>
              <a:gd name="csX2" fmla="*/ 2071171 w 2071171"/>
              <a:gd name="csY2" fmla="*/ 2104221 h 2897436"/>
              <a:gd name="csX3" fmla="*/ 848299 w 2071171"/>
              <a:gd name="csY3" fmla="*/ 2897436 h 2897436"/>
              <a:gd name="csX4" fmla="*/ 33051 w 2071171"/>
              <a:gd name="csY4" fmla="*/ 2093204 h 2897436"/>
              <a:gd name="csX5" fmla="*/ 0 w 2071171"/>
              <a:gd name="csY5" fmla="*/ 484742 h 28974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071171" h="2897436">
                <a:moveTo>
                  <a:pt x="0" y="484742"/>
                </a:moveTo>
                <a:lnTo>
                  <a:pt x="1553379" y="0"/>
                </a:lnTo>
                <a:lnTo>
                  <a:pt x="2071171" y="2104221"/>
                </a:lnTo>
                <a:lnTo>
                  <a:pt x="848299" y="2897436"/>
                </a:lnTo>
                <a:lnTo>
                  <a:pt x="33051" y="2093204"/>
                </a:lnTo>
                <a:lnTo>
                  <a:pt x="0" y="484742"/>
                </a:lnTo>
                <a:close/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4" name="Vrije vorm: vorm 13">
            <a:extLst>
              <a:ext uri="{FF2B5EF4-FFF2-40B4-BE49-F238E27FC236}">
                <a16:creationId xmlns:a16="http://schemas.microsoft.com/office/drawing/2014/main" id="{047B1228-A229-885F-809C-4ED02D9A56CB}"/>
              </a:ext>
            </a:extLst>
          </p:cNvPr>
          <p:cNvSpPr/>
          <p:nvPr/>
        </p:nvSpPr>
        <p:spPr>
          <a:xfrm rot="3555500">
            <a:off x="10503098" y="3801833"/>
            <a:ext cx="403600" cy="520328"/>
          </a:xfrm>
          <a:custGeom>
            <a:avLst/>
            <a:gdLst>
              <a:gd name="csX0" fmla="*/ 0 w 2071171"/>
              <a:gd name="csY0" fmla="*/ 484742 h 2897436"/>
              <a:gd name="csX1" fmla="*/ 1553379 w 2071171"/>
              <a:gd name="csY1" fmla="*/ 0 h 2897436"/>
              <a:gd name="csX2" fmla="*/ 2071171 w 2071171"/>
              <a:gd name="csY2" fmla="*/ 2104221 h 2897436"/>
              <a:gd name="csX3" fmla="*/ 848299 w 2071171"/>
              <a:gd name="csY3" fmla="*/ 2897436 h 2897436"/>
              <a:gd name="csX4" fmla="*/ 33051 w 2071171"/>
              <a:gd name="csY4" fmla="*/ 2093204 h 2897436"/>
              <a:gd name="csX5" fmla="*/ 0 w 2071171"/>
              <a:gd name="csY5" fmla="*/ 484742 h 28974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071171" h="2897436">
                <a:moveTo>
                  <a:pt x="0" y="484742"/>
                </a:moveTo>
                <a:lnTo>
                  <a:pt x="1553379" y="0"/>
                </a:lnTo>
                <a:lnTo>
                  <a:pt x="2071171" y="2104221"/>
                </a:lnTo>
                <a:lnTo>
                  <a:pt x="848299" y="2897436"/>
                </a:lnTo>
                <a:lnTo>
                  <a:pt x="33051" y="2093204"/>
                </a:lnTo>
                <a:lnTo>
                  <a:pt x="0" y="484742"/>
                </a:lnTo>
                <a:close/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6" name="Vrije vorm: vorm 15">
            <a:extLst>
              <a:ext uri="{FF2B5EF4-FFF2-40B4-BE49-F238E27FC236}">
                <a16:creationId xmlns:a16="http://schemas.microsoft.com/office/drawing/2014/main" id="{075B364B-12A9-DAD4-13E7-B7CEB874C4C1}"/>
              </a:ext>
            </a:extLst>
          </p:cNvPr>
          <p:cNvSpPr/>
          <p:nvPr/>
        </p:nvSpPr>
        <p:spPr>
          <a:xfrm rot="6128443">
            <a:off x="10904739" y="2985556"/>
            <a:ext cx="403600" cy="520328"/>
          </a:xfrm>
          <a:custGeom>
            <a:avLst/>
            <a:gdLst>
              <a:gd name="csX0" fmla="*/ 0 w 2071171"/>
              <a:gd name="csY0" fmla="*/ 484742 h 2897436"/>
              <a:gd name="csX1" fmla="*/ 1553379 w 2071171"/>
              <a:gd name="csY1" fmla="*/ 0 h 2897436"/>
              <a:gd name="csX2" fmla="*/ 2071171 w 2071171"/>
              <a:gd name="csY2" fmla="*/ 2104221 h 2897436"/>
              <a:gd name="csX3" fmla="*/ 848299 w 2071171"/>
              <a:gd name="csY3" fmla="*/ 2897436 h 2897436"/>
              <a:gd name="csX4" fmla="*/ 33051 w 2071171"/>
              <a:gd name="csY4" fmla="*/ 2093204 h 2897436"/>
              <a:gd name="csX5" fmla="*/ 0 w 2071171"/>
              <a:gd name="csY5" fmla="*/ 484742 h 28974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071171" h="2897436">
                <a:moveTo>
                  <a:pt x="0" y="484742"/>
                </a:moveTo>
                <a:lnTo>
                  <a:pt x="1553379" y="0"/>
                </a:lnTo>
                <a:lnTo>
                  <a:pt x="2071171" y="2104221"/>
                </a:lnTo>
                <a:lnTo>
                  <a:pt x="848299" y="2897436"/>
                </a:lnTo>
                <a:lnTo>
                  <a:pt x="33051" y="2093204"/>
                </a:lnTo>
                <a:lnTo>
                  <a:pt x="0" y="484742"/>
                </a:lnTo>
                <a:close/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8" name="Vrije vorm: vorm 17">
            <a:extLst>
              <a:ext uri="{FF2B5EF4-FFF2-40B4-BE49-F238E27FC236}">
                <a16:creationId xmlns:a16="http://schemas.microsoft.com/office/drawing/2014/main" id="{9C5B0320-50DF-0782-B83A-0E2A13EB1B70}"/>
              </a:ext>
            </a:extLst>
          </p:cNvPr>
          <p:cNvSpPr/>
          <p:nvPr/>
        </p:nvSpPr>
        <p:spPr>
          <a:xfrm rot="7590843">
            <a:off x="11201525" y="3617765"/>
            <a:ext cx="403600" cy="520328"/>
          </a:xfrm>
          <a:custGeom>
            <a:avLst/>
            <a:gdLst>
              <a:gd name="csX0" fmla="*/ 0 w 2071171"/>
              <a:gd name="csY0" fmla="*/ 484742 h 2897436"/>
              <a:gd name="csX1" fmla="*/ 1553379 w 2071171"/>
              <a:gd name="csY1" fmla="*/ 0 h 2897436"/>
              <a:gd name="csX2" fmla="*/ 2071171 w 2071171"/>
              <a:gd name="csY2" fmla="*/ 2104221 h 2897436"/>
              <a:gd name="csX3" fmla="*/ 848299 w 2071171"/>
              <a:gd name="csY3" fmla="*/ 2897436 h 2897436"/>
              <a:gd name="csX4" fmla="*/ 33051 w 2071171"/>
              <a:gd name="csY4" fmla="*/ 2093204 h 2897436"/>
              <a:gd name="csX5" fmla="*/ 0 w 2071171"/>
              <a:gd name="csY5" fmla="*/ 484742 h 28974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071171" h="2897436">
                <a:moveTo>
                  <a:pt x="0" y="484742"/>
                </a:moveTo>
                <a:lnTo>
                  <a:pt x="1553379" y="0"/>
                </a:lnTo>
                <a:lnTo>
                  <a:pt x="2071171" y="2104221"/>
                </a:lnTo>
                <a:lnTo>
                  <a:pt x="848299" y="2897436"/>
                </a:lnTo>
                <a:lnTo>
                  <a:pt x="33051" y="2093204"/>
                </a:lnTo>
                <a:lnTo>
                  <a:pt x="0" y="484742"/>
                </a:lnTo>
                <a:close/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20" name="Vrije vorm: vorm 19">
            <a:extLst>
              <a:ext uri="{FF2B5EF4-FFF2-40B4-BE49-F238E27FC236}">
                <a16:creationId xmlns:a16="http://schemas.microsoft.com/office/drawing/2014/main" id="{F9A03FE2-C076-6D1D-9B54-52D00160FFB2}"/>
              </a:ext>
            </a:extLst>
          </p:cNvPr>
          <p:cNvSpPr/>
          <p:nvPr/>
        </p:nvSpPr>
        <p:spPr>
          <a:xfrm rot="9047566">
            <a:off x="10094565" y="3321185"/>
            <a:ext cx="403600" cy="520328"/>
          </a:xfrm>
          <a:custGeom>
            <a:avLst/>
            <a:gdLst>
              <a:gd name="csX0" fmla="*/ 0 w 2071171"/>
              <a:gd name="csY0" fmla="*/ 484742 h 2897436"/>
              <a:gd name="csX1" fmla="*/ 1553379 w 2071171"/>
              <a:gd name="csY1" fmla="*/ 0 h 2897436"/>
              <a:gd name="csX2" fmla="*/ 2071171 w 2071171"/>
              <a:gd name="csY2" fmla="*/ 2104221 h 2897436"/>
              <a:gd name="csX3" fmla="*/ 848299 w 2071171"/>
              <a:gd name="csY3" fmla="*/ 2897436 h 2897436"/>
              <a:gd name="csX4" fmla="*/ 33051 w 2071171"/>
              <a:gd name="csY4" fmla="*/ 2093204 h 2897436"/>
              <a:gd name="csX5" fmla="*/ 0 w 2071171"/>
              <a:gd name="csY5" fmla="*/ 484742 h 28974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071171" h="2897436">
                <a:moveTo>
                  <a:pt x="0" y="484742"/>
                </a:moveTo>
                <a:lnTo>
                  <a:pt x="1553379" y="0"/>
                </a:lnTo>
                <a:lnTo>
                  <a:pt x="2071171" y="2104221"/>
                </a:lnTo>
                <a:lnTo>
                  <a:pt x="848299" y="2897436"/>
                </a:lnTo>
                <a:lnTo>
                  <a:pt x="33051" y="2093204"/>
                </a:lnTo>
                <a:lnTo>
                  <a:pt x="0" y="484742"/>
                </a:lnTo>
                <a:close/>
              </a:path>
            </a:pathLst>
          </a:cu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C46B2187-59D4-6EBC-1076-CCE6379D1C44}"/>
              </a:ext>
            </a:extLst>
          </p:cNvPr>
          <p:cNvSpPr txBox="1"/>
          <p:nvPr/>
        </p:nvSpPr>
        <p:spPr>
          <a:xfrm>
            <a:off x="9562641" y="1367278"/>
            <a:ext cx="2467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Stroke generation Per segment</a:t>
            </a:r>
            <a:endParaRPr lang="nl-BE" b="1" dirty="0"/>
          </a:p>
        </p:txBody>
      </p:sp>
    </p:spTree>
    <p:extLst>
      <p:ext uri="{BB962C8B-B14F-4D97-AF65-F5344CB8AC3E}">
        <p14:creationId xmlns:p14="http://schemas.microsoft.com/office/powerpoint/2010/main" val="1518481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69FC3D6F-5D23-DCEE-D47F-F4F31B39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99" y="1919922"/>
            <a:ext cx="9665197" cy="3378374"/>
          </a:xfrm>
          <a:prstGeom prst="rect">
            <a:avLst/>
          </a:prstGeom>
        </p:spPr>
      </p:pic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7256BB68-48B8-2C8A-CB6B-85B431ABF38A}"/>
              </a:ext>
            </a:extLst>
          </p:cNvPr>
          <p:cNvSpPr/>
          <p:nvPr/>
        </p:nvSpPr>
        <p:spPr>
          <a:xfrm>
            <a:off x="10780538" y="3329061"/>
            <a:ext cx="962718" cy="1186028"/>
          </a:xfrm>
          <a:prstGeom prst="roundRect">
            <a:avLst/>
          </a:prstGeom>
          <a:solidFill>
            <a:srgbClr val="2980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Pijl: rechts 7">
            <a:extLst>
              <a:ext uri="{FF2B5EF4-FFF2-40B4-BE49-F238E27FC236}">
                <a16:creationId xmlns:a16="http://schemas.microsoft.com/office/drawing/2014/main" id="{A94571F7-34B2-CE2F-39D4-53E2F299CF54}"/>
              </a:ext>
            </a:extLst>
          </p:cNvPr>
          <p:cNvSpPr/>
          <p:nvPr/>
        </p:nvSpPr>
        <p:spPr>
          <a:xfrm>
            <a:off x="9816764" y="3794560"/>
            <a:ext cx="648389" cy="255031"/>
          </a:xfrm>
          <a:prstGeom prst="rightArrow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0" name="Pijl: rechts 9">
            <a:extLst>
              <a:ext uri="{FF2B5EF4-FFF2-40B4-BE49-F238E27FC236}">
                <a16:creationId xmlns:a16="http://schemas.microsoft.com/office/drawing/2014/main" id="{5E7E9D53-0070-580F-6C64-4B3D668D27E4}"/>
              </a:ext>
            </a:extLst>
          </p:cNvPr>
          <p:cNvSpPr/>
          <p:nvPr/>
        </p:nvSpPr>
        <p:spPr>
          <a:xfrm rot="5400000">
            <a:off x="11118177" y="3794559"/>
            <a:ext cx="648389" cy="255031"/>
          </a:xfrm>
          <a:prstGeom prst="rightArrow">
            <a:avLst/>
          </a:prstGeom>
          <a:solidFill>
            <a:schemeClr val="bg1"/>
          </a:solidFill>
          <a:ln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2" name="Pijl: rechts 11">
            <a:extLst>
              <a:ext uri="{FF2B5EF4-FFF2-40B4-BE49-F238E27FC236}">
                <a16:creationId xmlns:a16="http://schemas.microsoft.com/office/drawing/2014/main" id="{C0CBFB85-8F43-B9F5-9B8F-3DC9990585B2}"/>
              </a:ext>
            </a:extLst>
          </p:cNvPr>
          <p:cNvSpPr/>
          <p:nvPr/>
        </p:nvSpPr>
        <p:spPr>
          <a:xfrm rot="16200000">
            <a:off x="10757227" y="3805788"/>
            <a:ext cx="648389" cy="255031"/>
          </a:xfrm>
          <a:prstGeom prst="rightArrow">
            <a:avLst/>
          </a:prstGeom>
          <a:solidFill>
            <a:schemeClr val="bg1"/>
          </a:solidFill>
          <a:ln>
            <a:solidFill>
              <a:srgbClr val="2980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 dirty="0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4AB12A6F-61F8-E6EA-B0C4-D5F5246FA410}"/>
              </a:ext>
            </a:extLst>
          </p:cNvPr>
          <p:cNvSpPr txBox="1"/>
          <p:nvPr/>
        </p:nvSpPr>
        <p:spPr>
          <a:xfrm>
            <a:off x="10209475" y="2906352"/>
            <a:ext cx="19989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Stroke reordering</a:t>
            </a:r>
            <a:endParaRPr lang="nl-BE" sz="1600" b="1" dirty="0"/>
          </a:p>
        </p:txBody>
      </p:sp>
    </p:spTree>
    <p:extLst>
      <p:ext uri="{BB962C8B-B14F-4D97-AF65-F5344CB8AC3E}">
        <p14:creationId xmlns:p14="http://schemas.microsoft.com/office/powerpoint/2010/main" val="2734245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keraccolade 5">
            <a:extLst>
              <a:ext uri="{FF2B5EF4-FFF2-40B4-BE49-F238E27FC236}">
                <a16:creationId xmlns:a16="http://schemas.microsoft.com/office/drawing/2014/main" id="{0AC6218B-5B6D-BF40-2EEA-BA705B939A3D}"/>
              </a:ext>
            </a:extLst>
          </p:cNvPr>
          <p:cNvSpPr/>
          <p:nvPr/>
        </p:nvSpPr>
        <p:spPr>
          <a:xfrm>
            <a:off x="838200" y="1657222"/>
            <a:ext cx="446315" cy="446884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FE0EA49-7B33-362D-0033-7EC1FA8FECA6}"/>
              </a:ext>
            </a:extLst>
          </p:cNvPr>
          <p:cNvSpPr txBox="1"/>
          <p:nvPr/>
        </p:nvSpPr>
        <p:spPr>
          <a:xfrm rot="16200000">
            <a:off x="-286046" y="3701144"/>
            <a:ext cx="180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1.000 times</a:t>
            </a:r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ijdelijke aanduiding voor inhoud 3">
                <a:extLst>
                  <a:ext uri="{FF2B5EF4-FFF2-40B4-BE49-F238E27FC236}">
                    <a16:creationId xmlns:a16="http://schemas.microsoft.com/office/drawing/2014/main" id="{FD4F104B-59BA-00F3-44AE-7EABF2201D6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4087884"/>
                  </p:ext>
                </p:extLst>
              </p:nvPr>
            </p:nvGraphicFramePr>
            <p:xfrm>
              <a:off x="1485953" y="1366708"/>
              <a:ext cx="9218992" cy="475935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9" name="Tijdelijke aanduiding voor inhoud 3">
                <a:extLst>
                  <a:ext uri="{FF2B5EF4-FFF2-40B4-BE49-F238E27FC236}">
                    <a16:creationId xmlns:a16="http://schemas.microsoft.com/office/drawing/2014/main" id="{FD4F104B-59BA-00F3-44AE-7EABF2201D6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54087884"/>
                  </p:ext>
                </p:extLst>
              </p:nvPr>
            </p:nvGraphicFramePr>
            <p:xfrm>
              <a:off x="1485953" y="1366708"/>
              <a:ext cx="9218992" cy="475935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27" name="Tekstvak 26">
            <a:extLst>
              <a:ext uri="{FF2B5EF4-FFF2-40B4-BE49-F238E27FC236}">
                <a16:creationId xmlns:a16="http://schemas.microsoft.com/office/drawing/2014/main" id="{62A76A78-1A08-4177-295E-4E728861C8EC}"/>
              </a:ext>
            </a:extLst>
          </p:cNvPr>
          <p:cNvSpPr txBox="1"/>
          <p:nvPr/>
        </p:nvSpPr>
        <p:spPr>
          <a:xfrm>
            <a:off x="4779267" y="5491292"/>
            <a:ext cx="2632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also stop-criterium</a:t>
            </a:r>
            <a:endParaRPr lang="nl-BE" dirty="0"/>
          </a:p>
        </p:txBody>
      </p:sp>
      <p:sp>
        <p:nvSpPr>
          <p:cNvPr id="30" name="Tekstvak 29">
            <a:extLst>
              <a:ext uri="{FF2B5EF4-FFF2-40B4-BE49-F238E27FC236}">
                <a16:creationId xmlns:a16="http://schemas.microsoft.com/office/drawing/2014/main" id="{763A3ED8-3435-BFF6-F06E-D47A2426791B}"/>
              </a:ext>
            </a:extLst>
          </p:cNvPr>
          <p:cNvSpPr txBox="1"/>
          <p:nvPr/>
        </p:nvSpPr>
        <p:spPr>
          <a:xfrm>
            <a:off x="7800348" y="5491292"/>
            <a:ext cx="3106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Stroke Generation Supervisor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31556952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Aangepast 4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2980B9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27</Words>
  <Application>Microsoft Office PowerPoint</Application>
  <PresentationFormat>Breedbeeld</PresentationFormat>
  <Paragraphs>11</Paragraphs>
  <Slides>3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Kantoorthema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Meersschaut</dc:creator>
  <cp:lastModifiedBy>Simon Meersschaut</cp:lastModifiedBy>
  <cp:revision>5</cp:revision>
  <dcterms:created xsi:type="dcterms:W3CDTF">2026-06-23T09:38:04Z</dcterms:created>
  <dcterms:modified xsi:type="dcterms:W3CDTF">2026-06-26T15:31:57Z</dcterms:modified>
</cp:coreProperties>
</file>