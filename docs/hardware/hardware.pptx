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80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371D9A-9694-5B72-184D-5ED382444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51BFB8D-FFDD-7821-478A-7FC3821E8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BEA40E4-01DC-62EC-FE97-BE04798E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4E4D-5138-4006-855E-C3C24FF80F01}" type="datetimeFigureOut">
              <a:rPr lang="nl-BE" smtClean="0"/>
              <a:t>23/06/2026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A031673-715B-677D-9680-C0B8A1694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95CCD7-C0D1-C902-25DD-23D28EDCF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C98-2BA3-4C7D-8ABB-67AA5B3A91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02486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CBFDBC-F812-282E-A97B-FBBF9FA3D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4397E91-E370-F57A-49BB-BDA798554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AC2A22C-FD16-B546-D02E-1EBC4B279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4E4D-5138-4006-855E-C3C24FF80F01}" type="datetimeFigureOut">
              <a:rPr lang="nl-BE" smtClean="0"/>
              <a:t>23/06/2026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8089FA-CB3C-A372-18AD-1BA5E5E50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C24008-256F-E396-C5B6-865D93A40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C98-2BA3-4C7D-8ABB-67AA5B3A91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6948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7AA979-5063-C747-1BE6-7400FDB9B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7364FED-303C-6930-37EA-CF7760670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5ED0AAD-CF1B-582B-BE43-2499CD3D9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4E4D-5138-4006-855E-C3C24FF80F01}" type="datetimeFigureOut">
              <a:rPr lang="nl-BE" smtClean="0"/>
              <a:t>23/06/2026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635AF98-39F5-3512-5A5F-5BAE779F0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E53D3AF-8931-8A16-C862-FC428194C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C98-2BA3-4C7D-8ABB-67AA5B3A91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22238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3B1FA0-62DF-9391-01B4-D2199FC6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9C38B76-CF2A-8A55-DB56-2CBF20F8A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7332154-4C0D-FE65-7439-33B000EF2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D8AF1A0-348E-E878-3F9B-146525B91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4E4D-5138-4006-855E-C3C24FF80F01}" type="datetimeFigureOut">
              <a:rPr lang="nl-BE" smtClean="0"/>
              <a:t>23/06/2026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4E54C1E-AC67-51A3-06C1-05EF39BA1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6CB5A92-3273-A183-7FD4-7D22A21B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C98-2BA3-4C7D-8ABB-67AA5B3A91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1523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74A667-0E61-5038-8484-EA32AB263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FBD5CB5-0C8C-6C05-1EE5-781B1FD27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27C6003-8E2C-0D8C-EE6E-D16E03F6A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3D382A3-22FF-CD37-97AA-18AAEB55C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422FDB1-6D4E-1020-6305-3B600B2C8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F9AF1C0-3523-2275-8F1B-321F7F79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4E4D-5138-4006-855E-C3C24FF80F01}" type="datetimeFigureOut">
              <a:rPr lang="nl-BE" smtClean="0"/>
              <a:t>23/06/2026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9F66581-7D5B-A245-7214-BCC5442ED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EEE91EC8-15B3-5A16-532A-35A08BCE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C98-2BA3-4C7D-8ABB-67AA5B3A91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0831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20BB07-9291-B9B5-D093-934B4184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F41B2E0-9FC5-7420-F35C-A639B3805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4E4D-5138-4006-855E-C3C24FF80F01}" type="datetimeFigureOut">
              <a:rPr lang="nl-BE" smtClean="0"/>
              <a:t>23/06/2026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D472792-1BBA-CF24-F49A-B862B534E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E755C80-240D-BB60-012B-904F2D103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C98-2BA3-4C7D-8ABB-67AA5B3A91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596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899EF63-DAC2-550B-5928-1F321C5A0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4E4D-5138-4006-855E-C3C24FF80F01}" type="datetimeFigureOut">
              <a:rPr lang="nl-BE" smtClean="0"/>
              <a:t>23/06/2026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F630A48-7F4B-9B6C-933B-02A31CA1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4AEE872-DD76-1185-84F3-664D3F05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C98-2BA3-4C7D-8ABB-67AA5B3A91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22050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5C30BD-118D-A3CE-1ADA-2769C827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B5FD654-A3DE-49A4-1473-27DBF6F97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FF8502C-660D-A2BD-8B84-2589F8DF6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6B36833-CA38-CC94-71E0-8397E90D8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4E4D-5138-4006-855E-C3C24FF80F01}" type="datetimeFigureOut">
              <a:rPr lang="nl-BE" smtClean="0"/>
              <a:t>23/06/2026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559242F-0B55-8354-187F-003871A68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0338729-14A9-DFF7-E1C3-49BA796B8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C98-2BA3-4C7D-8ABB-67AA5B3A91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06010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230AE0-4A46-F596-05D2-40CF8B825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78E6EB4-6493-1792-6142-58FB20D0E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04C635A-86AA-FA6B-1B33-CDB977811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F1F1092-940F-9921-4319-EF997B6A4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4E4D-5138-4006-855E-C3C24FF80F01}" type="datetimeFigureOut">
              <a:rPr lang="nl-BE" smtClean="0"/>
              <a:t>23/06/2026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D6FBDDA-8072-65A5-061C-153D9CF7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C0BE591-D63B-05FF-B3FB-392AC3867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C98-2BA3-4C7D-8ABB-67AA5B3A91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92327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953D49-F859-1E2C-1608-F82415C89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FD9F4C8-1077-7F00-7872-DE5208ED4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5751958-E0E1-82FE-76AF-776C2E06A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4E4D-5138-4006-855E-C3C24FF80F01}" type="datetimeFigureOut">
              <a:rPr lang="nl-BE" smtClean="0"/>
              <a:t>23/06/2026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E16F3E0-2D3F-DCD2-B693-24615D05C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8C44596-6BF2-0C62-AC9C-806DE360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C98-2BA3-4C7D-8ABB-67AA5B3A91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3391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77D82DCF-74AA-AC63-DC65-3E28FA121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76C4E33-8D48-B53F-2005-273D8B963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A66933F-E5CD-5615-4295-E6AB40C9D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4E4D-5138-4006-855E-C3C24FF80F01}" type="datetimeFigureOut">
              <a:rPr lang="nl-BE" smtClean="0"/>
              <a:t>23/06/2026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E13A6D3-F6E7-EFC4-012F-FA174B07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217A227-7B45-5337-54AF-C72935D3F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C98-2BA3-4C7D-8ABB-67AA5B3A91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98121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6F4B3BD-23B8-8F73-5538-7487B30AB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9210148-15E6-58CC-F65E-511E3180D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F9B7C61-24A2-3094-9F79-5D4B0AE73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CA4E4D-5138-4006-855E-C3C24FF80F01}" type="datetimeFigureOut">
              <a:rPr lang="nl-BE" smtClean="0"/>
              <a:t>23/06/2026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AD36AF2-68A2-8D13-2C75-42FFF42BC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DD04547-6965-2A44-43C5-7D1179E1D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FB9C98-2BA3-4C7D-8ABB-67AA5B3A91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9237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ep 24">
            <a:extLst>
              <a:ext uri="{FF2B5EF4-FFF2-40B4-BE49-F238E27FC236}">
                <a16:creationId xmlns:a16="http://schemas.microsoft.com/office/drawing/2014/main" id="{596B2CC3-B7E8-3C81-D76F-9916B92CD75E}"/>
              </a:ext>
            </a:extLst>
          </p:cNvPr>
          <p:cNvGrpSpPr/>
          <p:nvPr/>
        </p:nvGrpSpPr>
        <p:grpSpPr>
          <a:xfrm>
            <a:off x="511629" y="2706177"/>
            <a:ext cx="10888259" cy="1913440"/>
            <a:chOff x="511629" y="2706177"/>
            <a:chExt cx="10888259" cy="1913440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3B6207AC-10BC-1BB7-A193-5272B59169CF}"/>
                </a:ext>
              </a:extLst>
            </p:cNvPr>
            <p:cNvSpPr/>
            <p:nvPr/>
          </p:nvSpPr>
          <p:spPr>
            <a:xfrm>
              <a:off x="511629" y="3058886"/>
              <a:ext cx="2111828" cy="854528"/>
            </a:xfrm>
            <a:prstGeom prst="roundRect">
              <a:avLst/>
            </a:prstGeom>
            <a:solidFill>
              <a:srgbClr val="2980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Laptop</a:t>
              </a:r>
              <a:endParaRPr lang="nl-BE" sz="2400" dirty="0"/>
            </a:p>
          </p:txBody>
        </p:sp>
        <p:sp>
          <p:nvSpPr>
            <p:cNvPr id="2" name="Tekstvak 1">
              <a:extLst>
                <a:ext uri="{FF2B5EF4-FFF2-40B4-BE49-F238E27FC236}">
                  <a16:creationId xmlns:a16="http://schemas.microsoft.com/office/drawing/2014/main" id="{7CC1B824-FD48-78AD-A758-9EBCDF36EA25}"/>
                </a:ext>
              </a:extLst>
            </p:cNvPr>
            <p:cNvSpPr txBox="1"/>
            <p:nvPr/>
          </p:nvSpPr>
          <p:spPr>
            <a:xfrm>
              <a:off x="702129" y="3973286"/>
              <a:ext cx="17308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ipynb</a:t>
              </a:r>
              <a:r>
                <a:rPr lang="en-US" dirty="0"/>
                <a:t> script</a:t>
              </a:r>
              <a:endParaRPr lang="nl-BE" dirty="0"/>
            </a:p>
          </p:txBody>
        </p:sp>
        <p:cxnSp>
          <p:nvCxnSpPr>
            <p:cNvPr id="8" name="Rechte verbindingslijn met pijl 7">
              <a:extLst>
                <a:ext uri="{FF2B5EF4-FFF2-40B4-BE49-F238E27FC236}">
                  <a16:creationId xmlns:a16="http://schemas.microsoft.com/office/drawing/2014/main" id="{31E7CE8C-F2A3-63C0-1120-E01FB51E4C74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2623457" y="3486150"/>
              <a:ext cx="813649" cy="0"/>
            </a:xfrm>
            <a:prstGeom prst="straightConnector1">
              <a:avLst/>
            </a:prstGeom>
            <a:ln w="38100">
              <a:solidFill>
                <a:srgbClr val="2980B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hthoek: afgeronde hoeken 10">
              <a:extLst>
                <a:ext uri="{FF2B5EF4-FFF2-40B4-BE49-F238E27FC236}">
                  <a16:creationId xmlns:a16="http://schemas.microsoft.com/office/drawing/2014/main" id="{AFE07BD3-9E82-DD5F-947C-7FDDA610B08E}"/>
                </a:ext>
              </a:extLst>
            </p:cNvPr>
            <p:cNvSpPr/>
            <p:nvPr/>
          </p:nvSpPr>
          <p:spPr>
            <a:xfrm>
              <a:off x="3437106" y="3058886"/>
              <a:ext cx="2111828" cy="854528"/>
            </a:xfrm>
            <a:prstGeom prst="roundRect">
              <a:avLst/>
            </a:prstGeom>
            <a:solidFill>
              <a:srgbClr val="2980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Arduino Mega</a:t>
              </a:r>
              <a:endParaRPr lang="nl-BE" sz="2400" dirty="0"/>
            </a:p>
          </p:txBody>
        </p:sp>
        <p:sp>
          <p:nvSpPr>
            <p:cNvPr id="13" name="Tekstvak 12">
              <a:extLst>
                <a:ext uri="{FF2B5EF4-FFF2-40B4-BE49-F238E27FC236}">
                  <a16:creationId xmlns:a16="http://schemas.microsoft.com/office/drawing/2014/main" id="{F89740B6-5448-F942-C8A2-8FFB9D62CBCA}"/>
                </a:ext>
              </a:extLst>
            </p:cNvPr>
            <p:cNvSpPr txBox="1"/>
            <p:nvPr/>
          </p:nvSpPr>
          <p:spPr>
            <a:xfrm>
              <a:off x="3627606" y="3973286"/>
              <a:ext cx="17308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GRBL</a:t>
              </a:r>
              <a:endParaRPr lang="nl-BE" dirty="0"/>
            </a:p>
          </p:txBody>
        </p:sp>
        <p:sp>
          <p:nvSpPr>
            <p:cNvPr id="15" name="Tekstvak 14">
              <a:extLst>
                <a:ext uri="{FF2B5EF4-FFF2-40B4-BE49-F238E27FC236}">
                  <a16:creationId xmlns:a16="http://schemas.microsoft.com/office/drawing/2014/main" id="{5E6A29D2-27E2-8DE7-1AF1-8A975C667725}"/>
                </a:ext>
              </a:extLst>
            </p:cNvPr>
            <p:cNvSpPr txBox="1"/>
            <p:nvPr/>
          </p:nvSpPr>
          <p:spPr>
            <a:xfrm>
              <a:off x="2164867" y="2707147"/>
              <a:ext cx="17308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2">
                      <a:lumMod val="50000"/>
                    </a:schemeClr>
                  </a:solidFill>
                </a:rPr>
                <a:t>Serial COM</a:t>
              </a:r>
              <a:endParaRPr lang="nl-BE" sz="14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17" name="Rechte verbindingslijn met pijl 16">
              <a:extLst>
                <a:ext uri="{FF2B5EF4-FFF2-40B4-BE49-F238E27FC236}">
                  <a16:creationId xmlns:a16="http://schemas.microsoft.com/office/drawing/2014/main" id="{719FE1B8-D975-AAC3-1945-8011F9710203}"/>
                </a:ext>
              </a:extLst>
            </p:cNvPr>
            <p:cNvCxnSpPr>
              <a:cxnSpLocks/>
            </p:cNvCxnSpPr>
            <p:nvPr/>
          </p:nvCxnSpPr>
          <p:spPr>
            <a:xfrm>
              <a:off x="5548934" y="3486150"/>
              <a:ext cx="813649" cy="0"/>
            </a:xfrm>
            <a:prstGeom prst="straightConnector1">
              <a:avLst/>
            </a:prstGeom>
            <a:ln w="38100">
              <a:solidFill>
                <a:srgbClr val="2980B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hthoek: afgeronde hoeken 17">
              <a:extLst>
                <a:ext uri="{FF2B5EF4-FFF2-40B4-BE49-F238E27FC236}">
                  <a16:creationId xmlns:a16="http://schemas.microsoft.com/office/drawing/2014/main" id="{FA245F93-E0BB-BBE8-4FDC-8B7A79E1868E}"/>
                </a:ext>
              </a:extLst>
            </p:cNvPr>
            <p:cNvSpPr/>
            <p:nvPr/>
          </p:nvSpPr>
          <p:spPr>
            <a:xfrm>
              <a:off x="6362583" y="3058886"/>
              <a:ext cx="2111828" cy="854528"/>
            </a:xfrm>
            <a:prstGeom prst="roundRect">
              <a:avLst/>
            </a:prstGeom>
            <a:solidFill>
              <a:srgbClr val="2980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Stepper Motor Controller</a:t>
              </a:r>
              <a:endParaRPr lang="nl-BE" dirty="0"/>
            </a:p>
          </p:txBody>
        </p:sp>
        <p:sp>
          <p:nvSpPr>
            <p:cNvPr id="19" name="Tekstvak 18">
              <a:extLst>
                <a:ext uri="{FF2B5EF4-FFF2-40B4-BE49-F238E27FC236}">
                  <a16:creationId xmlns:a16="http://schemas.microsoft.com/office/drawing/2014/main" id="{079FDD0B-0428-D888-03E7-46B26F29A97F}"/>
                </a:ext>
              </a:extLst>
            </p:cNvPr>
            <p:cNvSpPr txBox="1"/>
            <p:nvPr/>
          </p:nvSpPr>
          <p:spPr>
            <a:xfrm>
              <a:off x="6553083" y="3973286"/>
              <a:ext cx="17308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TMC2209</a:t>
              </a:r>
              <a:endParaRPr lang="nl-BE" dirty="0"/>
            </a:p>
          </p:txBody>
        </p:sp>
        <p:cxnSp>
          <p:nvCxnSpPr>
            <p:cNvPr id="20" name="Rechte verbindingslijn met pijl 19">
              <a:extLst>
                <a:ext uri="{FF2B5EF4-FFF2-40B4-BE49-F238E27FC236}">
                  <a16:creationId xmlns:a16="http://schemas.microsoft.com/office/drawing/2014/main" id="{923F90F6-8DF1-FCAC-5441-BC58DDBAF136}"/>
                </a:ext>
              </a:extLst>
            </p:cNvPr>
            <p:cNvCxnSpPr>
              <a:cxnSpLocks/>
            </p:cNvCxnSpPr>
            <p:nvPr/>
          </p:nvCxnSpPr>
          <p:spPr>
            <a:xfrm>
              <a:off x="8474411" y="3486150"/>
              <a:ext cx="813649" cy="0"/>
            </a:xfrm>
            <a:prstGeom prst="straightConnector1">
              <a:avLst/>
            </a:prstGeom>
            <a:ln w="38100">
              <a:solidFill>
                <a:srgbClr val="2980B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hthoek: afgeronde hoeken 20">
              <a:extLst>
                <a:ext uri="{FF2B5EF4-FFF2-40B4-BE49-F238E27FC236}">
                  <a16:creationId xmlns:a16="http://schemas.microsoft.com/office/drawing/2014/main" id="{F8CCC871-154D-B009-E7BD-D276BB6D51F4}"/>
                </a:ext>
              </a:extLst>
            </p:cNvPr>
            <p:cNvSpPr/>
            <p:nvPr/>
          </p:nvSpPr>
          <p:spPr>
            <a:xfrm>
              <a:off x="9288060" y="3058886"/>
              <a:ext cx="2111828" cy="854528"/>
            </a:xfrm>
            <a:prstGeom prst="roundRect">
              <a:avLst/>
            </a:prstGeom>
            <a:solidFill>
              <a:srgbClr val="2980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Stepper Motors</a:t>
              </a:r>
              <a:endParaRPr lang="nl-BE" dirty="0"/>
            </a:p>
          </p:txBody>
        </p:sp>
        <p:sp>
          <p:nvSpPr>
            <p:cNvPr id="22" name="Tekstvak 21">
              <a:extLst>
                <a:ext uri="{FF2B5EF4-FFF2-40B4-BE49-F238E27FC236}">
                  <a16:creationId xmlns:a16="http://schemas.microsoft.com/office/drawing/2014/main" id="{8E4201CF-26DC-2EC9-7F05-6EB2026A92EC}"/>
                </a:ext>
              </a:extLst>
            </p:cNvPr>
            <p:cNvSpPr txBox="1"/>
            <p:nvPr/>
          </p:nvSpPr>
          <p:spPr>
            <a:xfrm>
              <a:off x="9478560" y="3973286"/>
              <a:ext cx="17308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Creality</a:t>
              </a:r>
              <a:r>
                <a:rPr lang="en-US" dirty="0"/>
                <a:t> 42-40</a:t>
              </a:r>
            </a:p>
            <a:p>
              <a:pPr algn="ctr"/>
              <a:r>
                <a:rPr lang="en-US" dirty="0"/>
                <a:t>Ender-3 v2</a:t>
              </a:r>
              <a:endParaRPr lang="nl-BE" dirty="0"/>
            </a:p>
          </p:txBody>
        </p:sp>
        <p:sp>
          <p:nvSpPr>
            <p:cNvPr id="24" name="Tekstvak 23">
              <a:extLst>
                <a:ext uri="{FF2B5EF4-FFF2-40B4-BE49-F238E27FC236}">
                  <a16:creationId xmlns:a16="http://schemas.microsoft.com/office/drawing/2014/main" id="{3C532ED3-9C10-ED43-77D6-88BA8BA0123C}"/>
                </a:ext>
              </a:extLst>
            </p:cNvPr>
            <p:cNvSpPr txBox="1"/>
            <p:nvPr/>
          </p:nvSpPr>
          <p:spPr>
            <a:xfrm>
              <a:off x="5090344" y="2706177"/>
              <a:ext cx="17308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2">
                      <a:lumMod val="50000"/>
                    </a:schemeClr>
                  </a:solidFill>
                </a:rPr>
                <a:t>RAMPS 1.4</a:t>
              </a:r>
              <a:endParaRPr lang="nl-BE" sz="14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32921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</Words>
  <Application>Microsoft Office PowerPoint</Application>
  <PresentationFormat>Breedbeeld</PresentationFormat>
  <Paragraphs>11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Meersschaut</dc:creator>
  <cp:lastModifiedBy>Simon Meersschaut</cp:lastModifiedBy>
  <cp:revision>3</cp:revision>
  <dcterms:created xsi:type="dcterms:W3CDTF">2026-06-23T18:01:43Z</dcterms:created>
  <dcterms:modified xsi:type="dcterms:W3CDTF">2026-06-23T18:28:37Z</dcterms:modified>
</cp:coreProperties>
</file>